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9"/>
  </p:notesMasterIdLst>
  <p:sldIdLst>
    <p:sldId id="256" r:id="rId5"/>
    <p:sldId id="308" r:id="rId6"/>
    <p:sldId id="286" r:id="rId7"/>
    <p:sldId id="305" r:id="rId8"/>
    <p:sldId id="318" r:id="rId9"/>
    <p:sldId id="310" r:id="rId10"/>
    <p:sldId id="309" r:id="rId11"/>
    <p:sldId id="289" r:id="rId12"/>
    <p:sldId id="312" r:id="rId13"/>
    <p:sldId id="290" r:id="rId14"/>
    <p:sldId id="292" r:id="rId15"/>
    <p:sldId id="293" r:id="rId16"/>
    <p:sldId id="311" r:id="rId17"/>
    <p:sldId id="302" r:id="rId18"/>
    <p:sldId id="304" r:id="rId19"/>
    <p:sldId id="303" r:id="rId20"/>
    <p:sldId id="295" r:id="rId21"/>
    <p:sldId id="296" r:id="rId22"/>
    <p:sldId id="301" r:id="rId23"/>
    <p:sldId id="306" r:id="rId24"/>
    <p:sldId id="307" r:id="rId25"/>
    <p:sldId id="284" r:id="rId26"/>
    <p:sldId id="285" r:id="rId27"/>
    <p:sldId id="317" r:id="rId28"/>
    <p:sldId id="291" r:id="rId29"/>
    <p:sldId id="313" r:id="rId30"/>
    <p:sldId id="314" r:id="rId31"/>
    <p:sldId id="315" r:id="rId32"/>
    <p:sldId id="297" r:id="rId33"/>
    <p:sldId id="298" r:id="rId34"/>
    <p:sldId id="299" r:id="rId35"/>
    <p:sldId id="316" r:id="rId36"/>
    <p:sldId id="300" r:id="rId37"/>
    <p:sldId id="280" r:id="rId38"/>
  </p:sldIdLst>
  <p:sldSz cx="12192000" cy="6858000"/>
  <p:notesSz cx="6858000" cy="9144000"/>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C12D1554-2806-4DBC-8807-087BE094921D}">
          <p14:sldIdLst>
            <p14:sldId id="256"/>
          </p14:sldIdLst>
        </p14:section>
        <p14:section name="ESE" id="{B8D5E134-A7D0-4662-8B49-D348D1523C0B}">
          <p14:sldIdLst>
            <p14:sldId id="308"/>
            <p14:sldId id="286"/>
            <p14:sldId id="305"/>
            <p14:sldId id="318"/>
            <p14:sldId id="310"/>
            <p14:sldId id="309"/>
            <p14:sldId id="289"/>
            <p14:sldId id="312"/>
            <p14:sldId id="290"/>
            <p14:sldId id="292"/>
            <p14:sldId id="293"/>
            <p14:sldId id="311"/>
            <p14:sldId id="302"/>
            <p14:sldId id="304"/>
            <p14:sldId id="303"/>
            <p14:sldId id="295"/>
            <p14:sldId id="296"/>
            <p14:sldId id="301"/>
          </p14:sldIdLst>
        </p14:section>
        <p14:section name="DPS" id="{EB92A519-D246-4A84-879E-C0444E05AE16}">
          <p14:sldIdLst>
            <p14:sldId id="306"/>
            <p14:sldId id="307"/>
            <p14:sldId id="284"/>
            <p14:sldId id="285"/>
            <p14:sldId id="317"/>
            <p14:sldId id="291"/>
            <p14:sldId id="313"/>
            <p14:sldId id="314"/>
            <p14:sldId id="315"/>
            <p14:sldId id="297"/>
            <p14:sldId id="298"/>
            <p14:sldId id="299"/>
            <p14:sldId id="316"/>
            <p14:sldId id="300"/>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000"/>
    <a:srgbClr val="FF77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ACC5C9-4516-CAA6-2DDA-CC1230FEFF1E}" v="377" dt="2026-02-02T21:58:40.372"/>
    <p1510:client id="{263FBA52-9E56-AAD7-957F-C2F651F115F0}" v="943" dt="2026-02-03T02:16:29.016"/>
    <p1510:client id="{2D22D59A-739A-AC39-EA39-A2996DA7BB0A}" v="16" dt="2026-02-03T08:23:56.730"/>
    <p1510:client id="{3D0B933F-0E1D-D028-59DA-A852BCCE4C3C}" v="46" dt="2026-02-02T19:10:20.731"/>
    <p1510:client id="{60D89937-C201-45CD-A4D5-66947D52B7E0}" v="1229" dt="2026-02-03T08:40:18.165"/>
    <p1510:client id="{81AADF96-B2CE-7026-4EFB-A9DEDA8FA8C5}" v="574" dt="2026-02-03T04:30:33.275"/>
    <p1510:client id="{D7586A86-AA16-9122-0D58-97245C6A7052}" v="20" dt="2026-02-02T18:15:22.7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ghana Hemesh Kumar" userId="S::meghana.lnu001@stud.fh-dortmund.de::4dbf4742-f332-4a4a-b972-78931be6dd33" providerId="AD" clId="Web-{2D22D59A-739A-AC39-EA39-A2996DA7BB0A}"/>
    <pc:docChg chg="addSld modSld sldOrd modSection">
      <pc:chgData name="Meghana Hemesh Kumar" userId="S::meghana.lnu001@stud.fh-dortmund.de::4dbf4742-f332-4a4a-b972-78931be6dd33" providerId="AD" clId="Web-{2D22D59A-739A-AC39-EA39-A2996DA7BB0A}" dt="2026-02-03T08:23:56.730" v="15" actId="1076"/>
      <pc:docMkLst>
        <pc:docMk/>
      </pc:docMkLst>
      <pc:sldChg chg="delSp modSp">
        <pc:chgData name="Meghana Hemesh Kumar" userId="S::meghana.lnu001@stud.fh-dortmund.de::4dbf4742-f332-4a4a-b972-78931be6dd33" providerId="AD" clId="Web-{2D22D59A-739A-AC39-EA39-A2996DA7BB0A}" dt="2026-02-03T08:23:56.730" v="15" actId="1076"/>
        <pc:sldMkLst>
          <pc:docMk/>
          <pc:sldMk cId="539696318" sldId="285"/>
        </pc:sldMkLst>
        <pc:picChg chg="mod">
          <ac:chgData name="Meghana Hemesh Kumar" userId="S::meghana.lnu001@stud.fh-dortmund.de::4dbf4742-f332-4a4a-b972-78931be6dd33" providerId="AD" clId="Web-{2D22D59A-739A-AC39-EA39-A2996DA7BB0A}" dt="2026-02-03T08:23:56.730" v="15" actId="1076"/>
          <ac:picMkLst>
            <pc:docMk/>
            <pc:sldMk cId="539696318" sldId="285"/>
            <ac:picMk id="5" creationId="{2FFE49FA-E618-B9B2-A114-1F18EE8A0AE9}"/>
          </ac:picMkLst>
        </pc:picChg>
        <pc:picChg chg="del">
          <ac:chgData name="Meghana Hemesh Kumar" userId="S::meghana.lnu001@stud.fh-dortmund.de::4dbf4742-f332-4a4a-b972-78931be6dd33" providerId="AD" clId="Web-{2D22D59A-739A-AC39-EA39-A2996DA7BB0A}" dt="2026-02-03T08:23:44.370" v="12"/>
          <ac:picMkLst>
            <pc:docMk/>
            <pc:sldMk cId="539696318" sldId="285"/>
            <ac:picMk id="6" creationId="{08A78A7E-D278-2C6C-490E-43A9F7B9B8F5}"/>
          </ac:picMkLst>
        </pc:picChg>
      </pc:sldChg>
      <pc:sldChg chg="ord">
        <pc:chgData name="Meghana Hemesh Kumar" userId="S::meghana.lnu001@stud.fh-dortmund.de::4dbf4742-f332-4a4a-b972-78931be6dd33" providerId="AD" clId="Web-{2D22D59A-739A-AC39-EA39-A2996DA7BB0A}" dt="2026-02-03T08:21:25.588" v="0"/>
        <pc:sldMkLst>
          <pc:docMk/>
          <pc:sldMk cId="305761096" sldId="311"/>
        </pc:sldMkLst>
      </pc:sldChg>
      <pc:sldChg chg="ord">
        <pc:chgData name="Meghana Hemesh Kumar" userId="S::meghana.lnu001@stud.fh-dortmund.de::4dbf4742-f332-4a4a-b972-78931be6dd33" providerId="AD" clId="Web-{2D22D59A-739A-AC39-EA39-A2996DA7BB0A}" dt="2026-02-03T08:23:07.870" v="7"/>
        <pc:sldMkLst>
          <pc:docMk/>
          <pc:sldMk cId="3862900112" sldId="313"/>
        </pc:sldMkLst>
      </pc:sldChg>
      <pc:sldChg chg="ord">
        <pc:chgData name="Meghana Hemesh Kumar" userId="S::meghana.lnu001@stud.fh-dortmund.de::4dbf4742-f332-4a4a-b972-78931be6dd33" providerId="AD" clId="Web-{2D22D59A-739A-AC39-EA39-A2996DA7BB0A}" dt="2026-02-03T08:22:31.088" v="2"/>
        <pc:sldMkLst>
          <pc:docMk/>
          <pc:sldMk cId="172000451" sldId="314"/>
        </pc:sldMkLst>
      </pc:sldChg>
      <pc:sldChg chg="ord">
        <pc:chgData name="Meghana Hemesh Kumar" userId="S::meghana.lnu001@stud.fh-dortmund.de::4dbf4742-f332-4a4a-b972-78931be6dd33" providerId="AD" clId="Web-{2D22D59A-739A-AC39-EA39-A2996DA7BB0A}" dt="2026-02-03T08:22:41.682" v="4"/>
        <pc:sldMkLst>
          <pc:docMk/>
          <pc:sldMk cId="1863531332" sldId="315"/>
        </pc:sldMkLst>
      </pc:sldChg>
      <pc:sldChg chg="delSp modSp add replId">
        <pc:chgData name="Meghana Hemesh Kumar" userId="S::meghana.lnu001@stud.fh-dortmund.de::4dbf4742-f332-4a4a-b972-78931be6dd33" providerId="AD" clId="Web-{2D22D59A-739A-AC39-EA39-A2996DA7BB0A}" dt="2026-02-03T08:23:39.745" v="11" actId="14100"/>
        <pc:sldMkLst>
          <pc:docMk/>
          <pc:sldMk cId="2462532155" sldId="317"/>
        </pc:sldMkLst>
        <pc:picChg chg="del">
          <ac:chgData name="Meghana Hemesh Kumar" userId="S::meghana.lnu001@stud.fh-dortmund.de::4dbf4742-f332-4a4a-b972-78931be6dd33" providerId="AD" clId="Web-{2D22D59A-739A-AC39-EA39-A2996DA7BB0A}" dt="2026-02-03T08:23:31.823" v="9"/>
          <ac:picMkLst>
            <pc:docMk/>
            <pc:sldMk cId="2462532155" sldId="317"/>
            <ac:picMk id="5" creationId="{F1AE8718-2176-D918-1D96-00D270C56596}"/>
          </ac:picMkLst>
        </pc:picChg>
        <pc:picChg chg="mod">
          <ac:chgData name="Meghana Hemesh Kumar" userId="S::meghana.lnu001@stud.fh-dortmund.de::4dbf4742-f332-4a4a-b972-78931be6dd33" providerId="AD" clId="Web-{2D22D59A-739A-AC39-EA39-A2996DA7BB0A}" dt="2026-02-03T08:23:39.745" v="11" actId="14100"/>
          <ac:picMkLst>
            <pc:docMk/>
            <pc:sldMk cId="2462532155" sldId="317"/>
            <ac:picMk id="6" creationId="{077A0228-657E-0A82-6627-32321ED4A334}"/>
          </ac:picMkLst>
        </pc:picChg>
      </pc:sldChg>
    </pc:docChg>
  </pc:docChgLst>
  <pc:docChgLst>
    <pc:chgData name="Rajdeep Shaw" userId="S::rajdeep.shaw002@stud.fh-dortmund.de::8cc8826e-e930-4dd1-953a-13c790d48929" providerId="AD" clId="Web-{81AADF96-B2CE-7026-4EFB-A9DEDA8FA8C5}"/>
    <pc:docChg chg="addSld modSld modSection">
      <pc:chgData name="Rajdeep Shaw" userId="S::rajdeep.shaw002@stud.fh-dortmund.de::8cc8826e-e930-4dd1-953a-13c790d48929" providerId="AD" clId="Web-{81AADF96-B2CE-7026-4EFB-A9DEDA8FA8C5}" dt="2026-02-03T04:30:33.275" v="494" actId="1076"/>
      <pc:docMkLst>
        <pc:docMk/>
      </pc:docMkLst>
      <pc:sldChg chg="addSp delSp modSp">
        <pc:chgData name="Rajdeep Shaw" userId="S::rajdeep.shaw002@stud.fh-dortmund.de::8cc8826e-e930-4dd1-953a-13c790d48929" providerId="AD" clId="Web-{81AADF96-B2CE-7026-4EFB-A9DEDA8FA8C5}" dt="2026-02-03T02:42:19.645" v="26" actId="1076"/>
        <pc:sldMkLst>
          <pc:docMk/>
          <pc:sldMk cId="3313440228" sldId="289"/>
        </pc:sldMkLst>
        <pc:spChg chg="del">
          <ac:chgData name="Rajdeep Shaw" userId="S::rajdeep.shaw002@stud.fh-dortmund.de::8cc8826e-e930-4dd1-953a-13c790d48929" providerId="AD" clId="Web-{81AADF96-B2CE-7026-4EFB-A9DEDA8FA8C5}" dt="2026-02-03T02:40:24.517" v="0"/>
          <ac:spMkLst>
            <pc:docMk/>
            <pc:sldMk cId="3313440228" sldId="289"/>
            <ac:spMk id="7" creationId="{9045C81E-B0FF-049F-7F2E-86A9347EFBF2}"/>
          </ac:spMkLst>
        </pc:spChg>
        <pc:spChg chg="add del mod">
          <ac:chgData name="Rajdeep Shaw" userId="S::rajdeep.shaw002@stud.fh-dortmund.de::8cc8826e-e930-4dd1-953a-13c790d48929" providerId="AD" clId="Web-{81AADF96-B2CE-7026-4EFB-A9DEDA8FA8C5}" dt="2026-02-03T02:40:59.861" v="10"/>
          <ac:spMkLst>
            <pc:docMk/>
            <pc:sldMk cId="3313440228" sldId="289"/>
            <ac:spMk id="11" creationId="{540B07FE-9735-1F80-6249-C97496731DFD}"/>
          </ac:spMkLst>
        </pc:spChg>
        <pc:picChg chg="add del mod ord">
          <ac:chgData name="Rajdeep Shaw" userId="S::rajdeep.shaw002@stud.fh-dortmund.de::8cc8826e-e930-4dd1-953a-13c790d48929" providerId="AD" clId="Web-{81AADF96-B2CE-7026-4EFB-A9DEDA8FA8C5}" dt="2026-02-03T02:40:50.142" v="9"/>
          <ac:picMkLst>
            <pc:docMk/>
            <pc:sldMk cId="3313440228" sldId="289"/>
            <ac:picMk id="3" creationId="{39AE4023-396A-302E-0ABC-22A08DC6DBD9}"/>
          </ac:picMkLst>
        </pc:picChg>
        <pc:picChg chg="add del mod">
          <ac:chgData name="Rajdeep Shaw" userId="S::rajdeep.shaw002@stud.fh-dortmund.de::8cc8826e-e930-4dd1-953a-13c790d48929" providerId="AD" clId="Web-{81AADF96-B2CE-7026-4EFB-A9DEDA8FA8C5}" dt="2026-02-03T02:40:47.564" v="8"/>
          <ac:picMkLst>
            <pc:docMk/>
            <pc:sldMk cId="3313440228" sldId="289"/>
            <ac:picMk id="5" creationId="{E9B75D45-4EAC-07AB-CB2C-2C622825E08A}"/>
          </ac:picMkLst>
        </pc:picChg>
        <pc:picChg chg="add del mod">
          <ac:chgData name="Rajdeep Shaw" userId="S::rajdeep.shaw002@stud.fh-dortmund.de::8cc8826e-e930-4dd1-953a-13c790d48929" providerId="AD" clId="Web-{81AADF96-B2CE-7026-4EFB-A9DEDA8FA8C5}" dt="2026-02-03T02:40:46.189" v="7"/>
          <ac:picMkLst>
            <pc:docMk/>
            <pc:sldMk cId="3313440228" sldId="289"/>
            <ac:picMk id="6" creationId="{4980CEF3-F1AB-24BE-C80F-1B3D3A5687A5}"/>
          </ac:picMkLst>
        </pc:picChg>
        <pc:picChg chg="add del mod">
          <ac:chgData name="Rajdeep Shaw" userId="S::rajdeep.shaw002@stud.fh-dortmund.de::8cc8826e-e930-4dd1-953a-13c790d48929" providerId="AD" clId="Web-{81AADF96-B2CE-7026-4EFB-A9DEDA8FA8C5}" dt="2026-02-03T02:40:44.455" v="6"/>
          <ac:picMkLst>
            <pc:docMk/>
            <pc:sldMk cId="3313440228" sldId="289"/>
            <ac:picMk id="8" creationId="{D4210A68-2FED-3959-1AFF-2B8F4DAFC94E}"/>
          </ac:picMkLst>
        </pc:picChg>
        <pc:picChg chg="add del mod">
          <ac:chgData name="Rajdeep Shaw" userId="S::rajdeep.shaw002@stud.fh-dortmund.de::8cc8826e-e930-4dd1-953a-13c790d48929" providerId="AD" clId="Web-{81AADF96-B2CE-7026-4EFB-A9DEDA8FA8C5}" dt="2026-02-03T02:40:43.142" v="5"/>
          <ac:picMkLst>
            <pc:docMk/>
            <pc:sldMk cId="3313440228" sldId="289"/>
            <ac:picMk id="9" creationId="{66F4E030-64AD-CD41-D253-8C30E18CDE12}"/>
          </ac:picMkLst>
        </pc:picChg>
        <pc:picChg chg="add mod ord">
          <ac:chgData name="Rajdeep Shaw" userId="S::rajdeep.shaw002@stud.fh-dortmund.de::8cc8826e-e930-4dd1-953a-13c790d48929" providerId="AD" clId="Web-{81AADF96-B2CE-7026-4EFB-A9DEDA8FA8C5}" dt="2026-02-03T02:41:02.111" v="11" actId="1076"/>
          <ac:picMkLst>
            <pc:docMk/>
            <pc:sldMk cId="3313440228" sldId="289"/>
            <ac:picMk id="12" creationId="{A763C917-46D8-4F22-3562-3C25E692E61B}"/>
          </ac:picMkLst>
        </pc:picChg>
        <pc:picChg chg="add mod">
          <ac:chgData name="Rajdeep Shaw" userId="S::rajdeep.shaw002@stud.fh-dortmund.de::8cc8826e-e930-4dd1-953a-13c790d48929" providerId="AD" clId="Web-{81AADF96-B2CE-7026-4EFB-A9DEDA8FA8C5}" dt="2026-02-03T02:41:23.143" v="14" actId="1076"/>
          <ac:picMkLst>
            <pc:docMk/>
            <pc:sldMk cId="3313440228" sldId="289"/>
            <ac:picMk id="13" creationId="{1F7DF105-8C51-472D-0256-BE3597E24A4B}"/>
          </ac:picMkLst>
        </pc:picChg>
        <pc:picChg chg="add del mod">
          <ac:chgData name="Rajdeep Shaw" userId="S::rajdeep.shaw002@stud.fh-dortmund.de::8cc8826e-e930-4dd1-953a-13c790d48929" providerId="AD" clId="Web-{81AADF96-B2CE-7026-4EFB-A9DEDA8FA8C5}" dt="2026-02-03T02:41:52.941" v="20"/>
          <ac:picMkLst>
            <pc:docMk/>
            <pc:sldMk cId="3313440228" sldId="289"/>
            <ac:picMk id="14" creationId="{0CC911D0-DA78-3846-FB65-4C7DEA903A3B}"/>
          </ac:picMkLst>
        </pc:picChg>
        <pc:picChg chg="add mod">
          <ac:chgData name="Rajdeep Shaw" userId="S::rajdeep.shaw002@stud.fh-dortmund.de::8cc8826e-e930-4dd1-953a-13c790d48929" providerId="AD" clId="Web-{81AADF96-B2CE-7026-4EFB-A9DEDA8FA8C5}" dt="2026-02-03T02:42:19.645" v="26" actId="1076"/>
          <ac:picMkLst>
            <pc:docMk/>
            <pc:sldMk cId="3313440228" sldId="289"/>
            <ac:picMk id="15" creationId="{639A7635-7E01-50DB-E528-ADC19E9825B1}"/>
          </ac:picMkLst>
        </pc:picChg>
      </pc:sldChg>
      <pc:sldChg chg="addSp delSp modSp">
        <pc:chgData name="Rajdeep Shaw" userId="S::rajdeep.shaw002@stud.fh-dortmund.de::8cc8826e-e930-4dd1-953a-13c790d48929" providerId="AD" clId="Web-{81AADF96-B2CE-7026-4EFB-A9DEDA8FA8C5}" dt="2026-02-03T04:29:29.743" v="490" actId="20577"/>
        <pc:sldMkLst>
          <pc:docMk/>
          <pc:sldMk cId="153927036" sldId="300"/>
        </pc:sldMkLst>
        <pc:spChg chg="del">
          <ac:chgData name="Rajdeep Shaw" userId="S::rajdeep.shaw002@stud.fh-dortmund.de::8cc8826e-e930-4dd1-953a-13c790d48929" providerId="AD" clId="Web-{81AADF96-B2CE-7026-4EFB-A9DEDA8FA8C5}" dt="2026-02-03T02:56:41.582" v="125"/>
          <ac:spMkLst>
            <pc:docMk/>
            <pc:sldMk cId="153927036" sldId="300"/>
            <ac:spMk id="3" creationId="{25D499C6-3BC0-458E-A40C-5E9625F4C6B8}"/>
          </ac:spMkLst>
        </pc:spChg>
        <pc:spChg chg="add del">
          <ac:chgData name="Rajdeep Shaw" userId="S::rajdeep.shaw002@stud.fh-dortmund.de::8cc8826e-e930-4dd1-953a-13c790d48929" providerId="AD" clId="Web-{81AADF96-B2CE-7026-4EFB-A9DEDA8FA8C5}" dt="2026-02-03T04:01:22.488" v="129"/>
          <ac:spMkLst>
            <pc:docMk/>
            <pc:sldMk cId="153927036" sldId="300"/>
            <ac:spMk id="3" creationId="{35A477CD-708E-A3DA-0C6C-878B4E028281}"/>
          </ac:spMkLst>
        </pc:spChg>
        <pc:spChg chg="add del mod">
          <ac:chgData name="Rajdeep Shaw" userId="S::rajdeep.shaw002@stud.fh-dortmund.de::8cc8826e-e930-4dd1-953a-13c790d48929" providerId="AD" clId="Web-{81AADF96-B2CE-7026-4EFB-A9DEDA8FA8C5}" dt="2026-02-03T04:26:37.178" v="414"/>
          <ac:spMkLst>
            <pc:docMk/>
            <pc:sldMk cId="153927036" sldId="300"/>
            <ac:spMk id="7" creationId="{55A12975-AB1B-0405-6CB2-C04810219B67}"/>
          </ac:spMkLst>
        </pc:spChg>
        <pc:spChg chg="add mod">
          <ac:chgData name="Rajdeep Shaw" userId="S::rajdeep.shaw002@stud.fh-dortmund.de::8cc8826e-e930-4dd1-953a-13c790d48929" providerId="AD" clId="Web-{81AADF96-B2CE-7026-4EFB-A9DEDA8FA8C5}" dt="2026-02-03T04:27:41.163" v="423" actId="20577"/>
          <ac:spMkLst>
            <pc:docMk/>
            <pc:sldMk cId="153927036" sldId="300"/>
            <ac:spMk id="10" creationId="{048D136D-B84F-8E3C-F48A-238A877E1016}"/>
          </ac:spMkLst>
        </pc:spChg>
        <pc:spChg chg="add mod">
          <ac:chgData name="Rajdeep Shaw" userId="S::rajdeep.shaw002@stud.fh-dortmund.de::8cc8826e-e930-4dd1-953a-13c790d48929" providerId="AD" clId="Web-{81AADF96-B2CE-7026-4EFB-A9DEDA8FA8C5}" dt="2026-02-03T04:29:29.743" v="490" actId="20577"/>
          <ac:spMkLst>
            <pc:docMk/>
            <pc:sldMk cId="153927036" sldId="300"/>
            <ac:spMk id="11" creationId="{1FFC4E62-7797-D198-43EB-17770B791C17}"/>
          </ac:spMkLst>
        </pc:spChg>
        <pc:picChg chg="add del mod ord">
          <ac:chgData name="Rajdeep Shaw" userId="S::rajdeep.shaw002@stud.fh-dortmund.de::8cc8826e-e930-4dd1-953a-13c790d48929" providerId="AD" clId="Web-{81AADF96-B2CE-7026-4EFB-A9DEDA8FA8C5}" dt="2026-02-03T04:08:49.292" v="413"/>
          <ac:picMkLst>
            <pc:docMk/>
            <pc:sldMk cId="153927036" sldId="300"/>
            <ac:picMk id="5" creationId="{8D7C9EB6-6A2F-A580-45AD-B334CE9A3768}"/>
          </ac:picMkLst>
        </pc:picChg>
        <pc:picChg chg="add mod ord">
          <ac:chgData name="Rajdeep Shaw" userId="S::rajdeep.shaw002@stud.fh-dortmund.de::8cc8826e-e930-4dd1-953a-13c790d48929" providerId="AD" clId="Web-{81AADF96-B2CE-7026-4EFB-A9DEDA8FA8C5}" dt="2026-02-03T04:27:29.382" v="419" actId="1076"/>
          <ac:picMkLst>
            <pc:docMk/>
            <pc:sldMk cId="153927036" sldId="300"/>
            <ac:picMk id="8" creationId="{B6E6256C-6640-733B-66AE-426E934088E7}"/>
          </ac:picMkLst>
        </pc:picChg>
        <pc:picChg chg="add del mod">
          <ac:chgData name="Rajdeep Shaw" userId="S::rajdeep.shaw002@stud.fh-dortmund.de::8cc8826e-e930-4dd1-953a-13c790d48929" providerId="AD" clId="Web-{81AADF96-B2CE-7026-4EFB-A9DEDA8FA8C5}" dt="2026-02-03T04:29:05.133" v="476"/>
          <ac:picMkLst>
            <pc:docMk/>
            <pc:sldMk cId="153927036" sldId="300"/>
            <ac:picMk id="9" creationId="{813E5473-5CAD-4443-3186-A9755EBE5EC2}"/>
          </ac:picMkLst>
        </pc:picChg>
        <pc:picChg chg="add mod">
          <ac:chgData name="Rajdeep Shaw" userId="S::rajdeep.shaw002@stud.fh-dortmund.de::8cc8826e-e930-4dd1-953a-13c790d48929" providerId="AD" clId="Web-{81AADF96-B2CE-7026-4EFB-A9DEDA8FA8C5}" dt="2026-02-03T04:29:13.211" v="479" actId="1076"/>
          <ac:picMkLst>
            <pc:docMk/>
            <pc:sldMk cId="153927036" sldId="300"/>
            <ac:picMk id="12" creationId="{A4D9B168-DB64-E191-A021-EC8BD7763C61}"/>
          </ac:picMkLst>
        </pc:picChg>
      </pc:sldChg>
      <pc:sldChg chg="addSp delSp modSp new">
        <pc:chgData name="Rajdeep Shaw" userId="S::rajdeep.shaw002@stud.fh-dortmund.de::8cc8826e-e930-4dd1-953a-13c790d48929" providerId="AD" clId="Web-{81AADF96-B2CE-7026-4EFB-A9DEDA8FA8C5}" dt="2026-02-03T02:43:34.867" v="49" actId="1076"/>
        <pc:sldMkLst>
          <pc:docMk/>
          <pc:sldMk cId="2004589497" sldId="312"/>
        </pc:sldMkLst>
        <pc:spChg chg="mod">
          <ac:chgData name="Rajdeep Shaw" userId="S::rajdeep.shaw002@stud.fh-dortmund.de::8cc8826e-e930-4dd1-953a-13c790d48929" providerId="AD" clId="Web-{81AADF96-B2CE-7026-4EFB-A9DEDA8FA8C5}" dt="2026-02-03T02:42:40.427" v="42" actId="20577"/>
          <ac:spMkLst>
            <pc:docMk/>
            <pc:sldMk cId="2004589497" sldId="312"/>
            <ac:spMk id="2" creationId="{5B4D44CF-8C2C-3CE4-57C1-0C52C9B8BE0A}"/>
          </ac:spMkLst>
        </pc:spChg>
        <pc:spChg chg="del">
          <ac:chgData name="Rajdeep Shaw" userId="S::rajdeep.shaw002@stud.fh-dortmund.de::8cc8826e-e930-4dd1-953a-13c790d48929" providerId="AD" clId="Web-{81AADF96-B2CE-7026-4EFB-A9DEDA8FA8C5}" dt="2026-02-03T02:43:01.553" v="43"/>
          <ac:spMkLst>
            <pc:docMk/>
            <pc:sldMk cId="2004589497" sldId="312"/>
            <ac:spMk id="3" creationId="{BCD293AA-000D-F026-D923-85CAD1B4DB0F}"/>
          </ac:spMkLst>
        </pc:spChg>
        <pc:picChg chg="add mod ord">
          <ac:chgData name="Rajdeep Shaw" userId="S::rajdeep.shaw002@stud.fh-dortmund.de::8cc8826e-e930-4dd1-953a-13c790d48929" providerId="AD" clId="Web-{81AADF96-B2CE-7026-4EFB-A9DEDA8FA8C5}" dt="2026-02-03T02:43:06.053" v="44" actId="1076"/>
          <ac:picMkLst>
            <pc:docMk/>
            <pc:sldMk cId="2004589497" sldId="312"/>
            <ac:picMk id="5" creationId="{61420C86-81E2-743C-B57B-AA1D226F8BEB}"/>
          </ac:picMkLst>
        </pc:picChg>
        <pc:picChg chg="add mod">
          <ac:chgData name="Rajdeep Shaw" userId="S::rajdeep.shaw002@stud.fh-dortmund.de::8cc8826e-e930-4dd1-953a-13c790d48929" providerId="AD" clId="Web-{81AADF96-B2CE-7026-4EFB-A9DEDA8FA8C5}" dt="2026-02-03T02:43:34.867" v="49" actId="1076"/>
          <ac:picMkLst>
            <pc:docMk/>
            <pc:sldMk cId="2004589497" sldId="312"/>
            <ac:picMk id="6" creationId="{EA2E8AF1-FCA9-47F0-4349-81A5880875FD}"/>
          </ac:picMkLst>
        </pc:picChg>
      </pc:sldChg>
      <pc:sldChg chg="addSp delSp modSp new">
        <pc:chgData name="Rajdeep Shaw" userId="S::rajdeep.shaw002@stud.fh-dortmund.de::8cc8826e-e930-4dd1-953a-13c790d48929" providerId="AD" clId="Web-{81AADF96-B2CE-7026-4EFB-A9DEDA8FA8C5}" dt="2026-02-03T02:49:04.608" v="73" actId="14100"/>
        <pc:sldMkLst>
          <pc:docMk/>
          <pc:sldMk cId="3862900112" sldId="313"/>
        </pc:sldMkLst>
        <pc:spChg chg="mod">
          <ac:chgData name="Rajdeep Shaw" userId="S::rajdeep.shaw002@stud.fh-dortmund.de::8cc8826e-e930-4dd1-953a-13c790d48929" providerId="AD" clId="Web-{81AADF96-B2CE-7026-4EFB-A9DEDA8FA8C5}" dt="2026-02-03T02:46:55.934" v="69" actId="20577"/>
          <ac:spMkLst>
            <pc:docMk/>
            <pc:sldMk cId="3862900112" sldId="313"/>
            <ac:spMk id="2" creationId="{3986E8DE-4F76-8231-3C2E-4BAD240BE25D}"/>
          </ac:spMkLst>
        </pc:spChg>
        <pc:spChg chg="del">
          <ac:chgData name="Rajdeep Shaw" userId="S::rajdeep.shaw002@stud.fh-dortmund.de::8cc8826e-e930-4dd1-953a-13c790d48929" providerId="AD" clId="Web-{81AADF96-B2CE-7026-4EFB-A9DEDA8FA8C5}" dt="2026-02-03T02:48:53.107" v="70"/>
          <ac:spMkLst>
            <pc:docMk/>
            <pc:sldMk cId="3862900112" sldId="313"/>
            <ac:spMk id="3" creationId="{1D523139-F93C-6041-DF6D-2DF095EFD2E2}"/>
          </ac:spMkLst>
        </pc:spChg>
        <pc:picChg chg="add mod ord">
          <ac:chgData name="Rajdeep Shaw" userId="S::rajdeep.shaw002@stud.fh-dortmund.de::8cc8826e-e930-4dd1-953a-13c790d48929" providerId="AD" clId="Web-{81AADF96-B2CE-7026-4EFB-A9DEDA8FA8C5}" dt="2026-02-03T02:49:04.608" v="73" actId="14100"/>
          <ac:picMkLst>
            <pc:docMk/>
            <pc:sldMk cId="3862900112" sldId="313"/>
            <ac:picMk id="5" creationId="{BF101533-CEA6-0431-7158-3028BE36E4DA}"/>
          </ac:picMkLst>
        </pc:picChg>
      </pc:sldChg>
      <pc:sldChg chg="addSp delSp modSp new">
        <pc:chgData name="Rajdeep Shaw" userId="S::rajdeep.shaw002@stud.fh-dortmund.de::8cc8826e-e930-4dd1-953a-13c790d48929" providerId="AD" clId="Web-{81AADF96-B2CE-7026-4EFB-A9DEDA8FA8C5}" dt="2026-02-03T02:54:04.565" v="119" actId="1076"/>
        <pc:sldMkLst>
          <pc:docMk/>
          <pc:sldMk cId="172000451" sldId="314"/>
        </pc:sldMkLst>
        <pc:spChg chg="mod">
          <ac:chgData name="Rajdeep Shaw" userId="S::rajdeep.shaw002@stud.fh-dortmund.de::8cc8826e-e930-4dd1-953a-13c790d48929" providerId="AD" clId="Web-{81AADF96-B2CE-7026-4EFB-A9DEDA8FA8C5}" dt="2026-02-03T02:49:28.217" v="87" actId="20577"/>
          <ac:spMkLst>
            <pc:docMk/>
            <pc:sldMk cId="172000451" sldId="314"/>
            <ac:spMk id="2" creationId="{35C33E70-FCC0-A8CB-123A-88C145821196}"/>
          </ac:spMkLst>
        </pc:spChg>
        <pc:spChg chg="del">
          <ac:chgData name="Rajdeep Shaw" userId="S::rajdeep.shaw002@stud.fh-dortmund.de::8cc8826e-e930-4dd1-953a-13c790d48929" providerId="AD" clId="Web-{81AADF96-B2CE-7026-4EFB-A9DEDA8FA8C5}" dt="2026-02-03T02:50:30.593" v="88"/>
          <ac:spMkLst>
            <pc:docMk/>
            <pc:sldMk cId="172000451" sldId="314"/>
            <ac:spMk id="3" creationId="{7B42AB1A-233D-092B-22D3-73AE19CA70AF}"/>
          </ac:spMkLst>
        </pc:spChg>
        <pc:picChg chg="add mod ord">
          <ac:chgData name="Rajdeep Shaw" userId="S::rajdeep.shaw002@stud.fh-dortmund.de::8cc8826e-e930-4dd1-953a-13c790d48929" providerId="AD" clId="Web-{81AADF96-B2CE-7026-4EFB-A9DEDA8FA8C5}" dt="2026-02-03T02:54:04.565" v="119" actId="1076"/>
          <ac:picMkLst>
            <pc:docMk/>
            <pc:sldMk cId="172000451" sldId="314"/>
            <ac:picMk id="5" creationId="{D20E140B-8409-E4D4-8B97-F76EE4431C12}"/>
          </ac:picMkLst>
        </pc:picChg>
      </pc:sldChg>
      <pc:sldChg chg="addSp delSp modSp new">
        <pc:chgData name="Rajdeep Shaw" userId="S::rajdeep.shaw002@stud.fh-dortmund.de::8cc8826e-e930-4dd1-953a-13c790d48929" providerId="AD" clId="Web-{81AADF96-B2CE-7026-4EFB-A9DEDA8FA8C5}" dt="2026-02-03T02:54:30.753" v="124" actId="1076"/>
        <pc:sldMkLst>
          <pc:docMk/>
          <pc:sldMk cId="1863531332" sldId="315"/>
        </pc:sldMkLst>
        <pc:spChg chg="mod">
          <ac:chgData name="Rajdeep Shaw" userId="S::rajdeep.shaw002@stud.fh-dortmund.de::8cc8826e-e930-4dd1-953a-13c790d48929" providerId="AD" clId="Web-{81AADF96-B2CE-7026-4EFB-A9DEDA8FA8C5}" dt="2026-02-03T02:51:17.313" v="113" actId="20577"/>
          <ac:spMkLst>
            <pc:docMk/>
            <pc:sldMk cId="1863531332" sldId="315"/>
            <ac:spMk id="2" creationId="{38A17349-1196-15C3-EE49-E68C4A6D30C4}"/>
          </ac:spMkLst>
        </pc:spChg>
        <pc:spChg chg="del">
          <ac:chgData name="Rajdeep Shaw" userId="S::rajdeep.shaw002@stud.fh-dortmund.de::8cc8826e-e930-4dd1-953a-13c790d48929" providerId="AD" clId="Web-{81AADF96-B2CE-7026-4EFB-A9DEDA8FA8C5}" dt="2026-02-03T02:53:32.940" v="114"/>
          <ac:spMkLst>
            <pc:docMk/>
            <pc:sldMk cId="1863531332" sldId="315"/>
            <ac:spMk id="3" creationId="{09D1A49C-D983-2065-470C-FD6FE8F2F708}"/>
          </ac:spMkLst>
        </pc:spChg>
        <pc:picChg chg="add mod ord">
          <ac:chgData name="Rajdeep Shaw" userId="S::rajdeep.shaw002@stud.fh-dortmund.de::8cc8826e-e930-4dd1-953a-13c790d48929" providerId="AD" clId="Web-{81AADF96-B2CE-7026-4EFB-A9DEDA8FA8C5}" dt="2026-02-03T02:54:30.753" v="124" actId="1076"/>
          <ac:picMkLst>
            <pc:docMk/>
            <pc:sldMk cId="1863531332" sldId="315"/>
            <ac:picMk id="5" creationId="{A7721DD2-E1D9-BFC1-6979-40E191F5BD2E}"/>
          </ac:picMkLst>
        </pc:picChg>
      </pc:sldChg>
      <pc:sldChg chg="addSp modSp new">
        <pc:chgData name="Rajdeep Shaw" userId="S::rajdeep.shaw002@stud.fh-dortmund.de::8cc8826e-e930-4dd1-953a-13c790d48929" providerId="AD" clId="Web-{81AADF96-B2CE-7026-4EFB-A9DEDA8FA8C5}" dt="2026-02-03T04:30:33.275" v="494" actId="1076"/>
        <pc:sldMkLst>
          <pc:docMk/>
          <pc:sldMk cId="1187410049" sldId="316"/>
        </pc:sldMkLst>
        <pc:spChg chg="mod">
          <ac:chgData name="Rajdeep Shaw" userId="S::rajdeep.shaw002@stud.fh-dortmund.de::8cc8826e-e930-4dd1-953a-13c790d48929" providerId="AD" clId="Web-{81AADF96-B2CE-7026-4EFB-A9DEDA8FA8C5}" dt="2026-02-03T04:01:33.191" v="132" actId="20577"/>
          <ac:spMkLst>
            <pc:docMk/>
            <pc:sldMk cId="1187410049" sldId="316"/>
            <ac:spMk id="2" creationId="{960E000F-50F3-ABAF-4DC1-7518D4BCAD2A}"/>
          </ac:spMkLst>
        </pc:spChg>
        <pc:spChg chg="mod">
          <ac:chgData name="Rajdeep Shaw" userId="S::rajdeep.shaw002@stud.fh-dortmund.de::8cc8826e-e930-4dd1-953a-13c790d48929" providerId="AD" clId="Web-{81AADF96-B2CE-7026-4EFB-A9DEDA8FA8C5}" dt="2026-02-03T04:30:25.462" v="492" actId="20577"/>
          <ac:spMkLst>
            <pc:docMk/>
            <pc:sldMk cId="1187410049" sldId="316"/>
            <ac:spMk id="3" creationId="{2F749D7E-5A5A-CDE1-71BA-AC5E18F62877}"/>
          </ac:spMkLst>
        </pc:spChg>
        <pc:picChg chg="add mod">
          <ac:chgData name="Rajdeep Shaw" userId="S::rajdeep.shaw002@stud.fh-dortmund.de::8cc8826e-e930-4dd1-953a-13c790d48929" providerId="AD" clId="Web-{81AADF96-B2CE-7026-4EFB-A9DEDA8FA8C5}" dt="2026-02-03T04:30:33.275" v="494" actId="1076"/>
          <ac:picMkLst>
            <pc:docMk/>
            <pc:sldMk cId="1187410049" sldId="316"/>
            <ac:picMk id="6" creationId="{A543FDCB-5780-4A42-86A0-7F14EAD82B06}"/>
          </ac:picMkLst>
        </pc:picChg>
      </pc:sldChg>
    </pc:docChg>
  </pc:docChgLst>
  <pc:docChgLst>
    <pc:chgData name="Bernard Widjaja" userId="S::bernard.widjaja001@stud.fh-dortmund.de::aeaa7b53-56ca-45ee-9723-63c27dbb0674" providerId="AD" clId="Web-{263FBA52-9E56-AAD7-957F-C2F651F115F0}"/>
    <pc:docChg chg="addSld delSld modSld modSection">
      <pc:chgData name="Bernard Widjaja" userId="S::bernard.widjaja001@stud.fh-dortmund.de::aeaa7b53-56ca-45ee-9723-63c27dbb0674" providerId="AD" clId="Web-{263FBA52-9E56-AAD7-957F-C2F651F115F0}" dt="2026-02-03T02:16:29.016" v="859" actId="20577"/>
      <pc:docMkLst>
        <pc:docMk/>
      </pc:docMkLst>
      <pc:sldChg chg="modSp">
        <pc:chgData name="Bernard Widjaja" userId="S::bernard.widjaja001@stud.fh-dortmund.de::aeaa7b53-56ca-45ee-9723-63c27dbb0674" providerId="AD" clId="Web-{263FBA52-9E56-AAD7-957F-C2F651F115F0}" dt="2026-02-02T19:18:53.690" v="30" actId="20577"/>
        <pc:sldMkLst>
          <pc:docMk/>
          <pc:sldMk cId="3293549264" sldId="282"/>
        </pc:sldMkLst>
        <pc:spChg chg="mod">
          <ac:chgData name="Bernard Widjaja" userId="S::bernard.widjaja001@stud.fh-dortmund.de::aeaa7b53-56ca-45ee-9723-63c27dbb0674" providerId="AD" clId="Web-{263FBA52-9E56-AAD7-957F-C2F651F115F0}" dt="2026-02-02T19:18:53.690" v="30" actId="20577"/>
          <ac:spMkLst>
            <pc:docMk/>
            <pc:sldMk cId="3293549264" sldId="282"/>
            <ac:spMk id="3" creationId="{5837B09E-BB23-40AF-0991-FC3DBB7E0374}"/>
          </ac:spMkLst>
        </pc:spChg>
      </pc:sldChg>
      <pc:sldChg chg="modSp">
        <pc:chgData name="Bernard Widjaja" userId="S::bernard.widjaja001@stud.fh-dortmund.de::aeaa7b53-56ca-45ee-9723-63c27dbb0674" providerId="AD" clId="Web-{263FBA52-9E56-AAD7-957F-C2F651F115F0}" dt="2026-02-02T19:20:24.675" v="49" actId="20577"/>
        <pc:sldMkLst>
          <pc:docMk/>
          <pc:sldMk cId="1173886611" sldId="283"/>
        </pc:sldMkLst>
        <pc:spChg chg="mod">
          <ac:chgData name="Bernard Widjaja" userId="S::bernard.widjaja001@stud.fh-dortmund.de::aeaa7b53-56ca-45ee-9723-63c27dbb0674" providerId="AD" clId="Web-{263FBA52-9E56-AAD7-957F-C2F651F115F0}" dt="2026-02-02T19:20:24.675" v="49" actId="20577"/>
          <ac:spMkLst>
            <pc:docMk/>
            <pc:sldMk cId="1173886611" sldId="283"/>
            <ac:spMk id="3" creationId="{C565F04D-5E40-61DF-B6D4-3E076AC14350}"/>
          </ac:spMkLst>
        </pc:spChg>
      </pc:sldChg>
      <pc:sldChg chg="addSp delSp modSp">
        <pc:chgData name="Bernard Widjaja" userId="S::bernard.widjaja001@stud.fh-dortmund.de::aeaa7b53-56ca-45ee-9723-63c27dbb0674" providerId="AD" clId="Web-{263FBA52-9E56-AAD7-957F-C2F651F115F0}" dt="2026-02-03T01:51:18.958" v="795"/>
        <pc:sldMkLst>
          <pc:docMk/>
          <pc:sldMk cId="2783422703" sldId="284"/>
        </pc:sldMkLst>
        <pc:spChg chg="mod ord">
          <ac:chgData name="Bernard Widjaja" userId="S::bernard.widjaja001@stud.fh-dortmund.de::aeaa7b53-56ca-45ee-9723-63c27dbb0674" providerId="AD" clId="Web-{263FBA52-9E56-AAD7-957F-C2F651F115F0}" dt="2026-02-03T00:47:29.361" v="602"/>
          <ac:spMkLst>
            <pc:docMk/>
            <pc:sldMk cId="2783422703" sldId="284"/>
            <ac:spMk id="2" creationId="{037A194C-4BE8-0437-7CEF-A1250FA944FA}"/>
          </ac:spMkLst>
        </pc:spChg>
        <pc:spChg chg="del mod">
          <ac:chgData name="Bernard Widjaja" userId="S::bernard.widjaja001@stud.fh-dortmund.de::aeaa7b53-56ca-45ee-9723-63c27dbb0674" providerId="AD" clId="Web-{263FBA52-9E56-AAD7-957F-C2F651F115F0}" dt="2026-02-02T21:15:32.050" v="131"/>
          <ac:spMkLst>
            <pc:docMk/>
            <pc:sldMk cId="2783422703" sldId="284"/>
            <ac:spMk id="3" creationId="{B272CA7F-794E-B3A8-8B98-CCBAFDEAE548}"/>
          </ac:spMkLst>
        </pc:spChg>
        <pc:spChg chg="ord">
          <ac:chgData name="Bernard Widjaja" userId="S::bernard.widjaja001@stud.fh-dortmund.de::aeaa7b53-56ca-45ee-9723-63c27dbb0674" providerId="AD" clId="Web-{263FBA52-9E56-AAD7-957F-C2F651F115F0}" dt="2026-02-03T00:47:17.202" v="596"/>
          <ac:spMkLst>
            <pc:docMk/>
            <pc:sldMk cId="2783422703" sldId="284"/>
            <ac:spMk id="4" creationId="{6D51EE64-2ABF-660A-DCF9-7610A2D14AD8}"/>
          </ac:spMkLst>
        </pc:spChg>
        <pc:spChg chg="add del mod">
          <ac:chgData name="Bernard Widjaja" userId="S::bernard.widjaja001@stud.fh-dortmund.de::aeaa7b53-56ca-45ee-9723-63c27dbb0674" providerId="AD" clId="Web-{263FBA52-9E56-AAD7-957F-C2F651F115F0}" dt="2026-02-02T20:02:42.296" v="129"/>
          <ac:spMkLst>
            <pc:docMk/>
            <pc:sldMk cId="2783422703" sldId="284"/>
            <ac:spMk id="6" creationId="{A2A611E0-55D8-54CD-6FE1-78B9AFD4AA5D}"/>
          </ac:spMkLst>
        </pc:spChg>
        <pc:spChg chg="add del mod">
          <ac:chgData name="Bernard Widjaja" userId="S::bernard.widjaja001@stud.fh-dortmund.de::aeaa7b53-56ca-45ee-9723-63c27dbb0674" providerId="AD" clId="Web-{263FBA52-9E56-AAD7-957F-C2F651F115F0}" dt="2026-02-02T19:26:13.639" v="84"/>
          <ac:spMkLst>
            <pc:docMk/>
            <pc:sldMk cId="2783422703" sldId="284"/>
            <ac:spMk id="7" creationId="{B6A6EACC-AC1B-BEB9-6061-2E14EF8D9101}"/>
          </ac:spMkLst>
        </pc:spChg>
        <pc:spChg chg="add del mod">
          <ac:chgData name="Bernard Widjaja" userId="S::bernard.widjaja001@stud.fh-dortmund.de::aeaa7b53-56ca-45ee-9723-63c27dbb0674" providerId="AD" clId="Web-{263FBA52-9E56-AAD7-957F-C2F651F115F0}" dt="2026-02-02T19:59:16.732" v="126"/>
          <ac:spMkLst>
            <pc:docMk/>
            <pc:sldMk cId="2783422703" sldId="284"/>
            <ac:spMk id="8" creationId="{556B24F8-1B6A-C172-4AF9-C4AAE68B6777}"/>
          </ac:spMkLst>
        </pc:spChg>
        <pc:spChg chg="add del mod">
          <ac:chgData name="Bernard Widjaja" userId="S::bernard.widjaja001@stud.fh-dortmund.de::aeaa7b53-56ca-45ee-9723-63c27dbb0674" providerId="AD" clId="Web-{263FBA52-9E56-AAD7-957F-C2F651F115F0}" dt="2026-02-02T19:59:15.232" v="125"/>
          <ac:spMkLst>
            <pc:docMk/>
            <pc:sldMk cId="2783422703" sldId="284"/>
            <ac:spMk id="10" creationId="{0670B51A-7C6C-0547-12D6-949CBA196114}"/>
          </ac:spMkLst>
        </pc:spChg>
        <pc:spChg chg="add del mod">
          <ac:chgData name="Bernard Widjaja" userId="S::bernard.widjaja001@stud.fh-dortmund.de::aeaa7b53-56ca-45ee-9723-63c27dbb0674" providerId="AD" clId="Web-{263FBA52-9E56-AAD7-957F-C2F651F115F0}" dt="2026-02-02T19:59:17.811" v="127"/>
          <ac:spMkLst>
            <pc:docMk/>
            <pc:sldMk cId="2783422703" sldId="284"/>
            <ac:spMk id="11" creationId="{498EC197-16F3-402C-D254-A3405F2C9BBD}"/>
          </ac:spMkLst>
        </pc:spChg>
        <pc:spChg chg="add del mod">
          <ac:chgData name="Bernard Widjaja" userId="S::bernard.widjaja001@stud.fh-dortmund.de::aeaa7b53-56ca-45ee-9723-63c27dbb0674" providerId="AD" clId="Web-{263FBA52-9E56-AAD7-957F-C2F651F115F0}" dt="2026-02-02T19:59:21.311" v="128"/>
          <ac:spMkLst>
            <pc:docMk/>
            <pc:sldMk cId="2783422703" sldId="284"/>
            <ac:spMk id="12" creationId="{36769231-FDA8-E1EB-D9DD-389BBEF1854C}"/>
          </ac:spMkLst>
        </pc:spChg>
        <pc:graphicFrameChg chg="add mod ord modGraphic">
          <ac:chgData name="Bernard Widjaja" userId="S::bernard.widjaja001@stud.fh-dortmund.de::aeaa7b53-56ca-45ee-9723-63c27dbb0674" providerId="AD" clId="Web-{263FBA52-9E56-AAD7-957F-C2F651F115F0}" dt="2026-02-03T00:48:07.548" v="609"/>
          <ac:graphicFrameMkLst>
            <pc:docMk/>
            <pc:sldMk cId="2783422703" sldId="284"/>
            <ac:graphicFrameMk id="5" creationId="{0AC34A04-2FB0-7FCF-C5D4-18910E613C22}"/>
          </ac:graphicFrameMkLst>
        </pc:graphicFrameChg>
        <pc:graphicFrameChg chg="add del mod ord modGraphic">
          <ac:chgData name="Bernard Widjaja" userId="S::bernard.widjaja001@stud.fh-dortmund.de::aeaa7b53-56ca-45ee-9723-63c27dbb0674" providerId="AD" clId="Web-{263FBA52-9E56-AAD7-957F-C2F651F115F0}" dt="2026-02-03T01:51:18.958" v="795"/>
          <ac:graphicFrameMkLst>
            <pc:docMk/>
            <pc:sldMk cId="2783422703" sldId="284"/>
            <ac:graphicFrameMk id="6" creationId="{FCCBA9B9-3A20-D4AC-9DC1-A3234A75D0C8}"/>
          </ac:graphicFrameMkLst>
        </pc:graphicFrameChg>
        <pc:graphicFrameChg chg="add del mod">
          <ac:chgData name="Bernard Widjaja" userId="S::bernard.widjaja001@stud.fh-dortmund.de::aeaa7b53-56ca-45ee-9723-63c27dbb0674" providerId="AD" clId="Web-{263FBA52-9E56-AAD7-957F-C2F651F115F0}" dt="2026-02-02T21:18:43.190" v="203"/>
          <ac:graphicFrameMkLst>
            <pc:docMk/>
            <pc:sldMk cId="2783422703" sldId="284"/>
            <ac:graphicFrameMk id="7" creationId="{2DBB1B80-0874-DE61-9CFD-FC4C9CEA9073}"/>
          </ac:graphicFrameMkLst>
        </pc:graphicFrameChg>
        <pc:graphicFrameChg chg="add mod ord modGraphic">
          <ac:chgData name="Bernard Widjaja" userId="S::bernard.widjaja001@stud.fh-dortmund.de::aeaa7b53-56ca-45ee-9723-63c27dbb0674" providerId="AD" clId="Web-{263FBA52-9E56-AAD7-957F-C2F651F115F0}" dt="2026-02-03T00:48:11.720" v="610" actId="1076"/>
          <ac:graphicFrameMkLst>
            <pc:docMk/>
            <pc:sldMk cId="2783422703" sldId="284"/>
            <ac:graphicFrameMk id="8" creationId="{12A2A108-E219-2ED8-2EA4-7A344D2F3895}"/>
          </ac:graphicFrameMkLst>
        </pc:graphicFrameChg>
        <pc:graphicFrameChg chg="add del mod">
          <ac:chgData name="Bernard Widjaja" userId="S::bernard.widjaja001@stud.fh-dortmund.de::aeaa7b53-56ca-45ee-9723-63c27dbb0674" providerId="AD" clId="Web-{263FBA52-9E56-AAD7-957F-C2F651F115F0}" dt="2026-02-02T21:18:48.737" v="205"/>
          <ac:graphicFrameMkLst>
            <pc:docMk/>
            <pc:sldMk cId="2783422703" sldId="284"/>
            <ac:graphicFrameMk id="9" creationId="{9F53F61F-7FA1-76EF-94B5-DDC0C83971FC}"/>
          </ac:graphicFrameMkLst>
        </pc:graphicFrameChg>
        <pc:cxnChg chg="add del mod">
          <ac:chgData name="Bernard Widjaja" userId="S::bernard.widjaja001@stud.fh-dortmund.de::aeaa7b53-56ca-45ee-9723-63c27dbb0674" providerId="AD" clId="Web-{263FBA52-9E56-AAD7-957F-C2F651F115F0}" dt="2026-02-02T19:28:28.532" v="106"/>
          <ac:cxnSpMkLst>
            <pc:docMk/>
            <pc:sldMk cId="2783422703" sldId="284"/>
            <ac:cxnSpMk id="9" creationId="{10490084-A133-87F9-B95E-7C78EFF63CB4}"/>
          </ac:cxnSpMkLst>
        </pc:cxnChg>
      </pc:sldChg>
      <pc:sldChg chg="modSp">
        <pc:chgData name="Bernard Widjaja" userId="S::bernard.widjaja001@stud.fh-dortmund.de::aeaa7b53-56ca-45ee-9723-63c27dbb0674" providerId="AD" clId="Web-{263FBA52-9E56-AAD7-957F-C2F651F115F0}" dt="2026-02-02T19:17:30.080" v="12" actId="20577"/>
        <pc:sldMkLst>
          <pc:docMk/>
          <pc:sldMk cId="539696318" sldId="285"/>
        </pc:sldMkLst>
        <pc:spChg chg="mod">
          <ac:chgData name="Bernard Widjaja" userId="S::bernard.widjaja001@stud.fh-dortmund.de::aeaa7b53-56ca-45ee-9723-63c27dbb0674" providerId="AD" clId="Web-{263FBA52-9E56-AAD7-957F-C2F651F115F0}" dt="2026-02-02T19:17:30.080" v="12" actId="20577"/>
          <ac:spMkLst>
            <pc:docMk/>
            <pc:sldMk cId="539696318" sldId="285"/>
            <ac:spMk id="2" creationId="{2AB4BD10-BED5-BD99-72C6-8F9135F2C69F}"/>
          </ac:spMkLst>
        </pc:spChg>
      </pc:sldChg>
      <pc:sldChg chg="addSp delSp modSp">
        <pc:chgData name="Bernard Widjaja" userId="S::bernard.widjaja001@stud.fh-dortmund.de::aeaa7b53-56ca-45ee-9723-63c27dbb0674" providerId="AD" clId="Web-{263FBA52-9E56-AAD7-957F-C2F651F115F0}" dt="2026-02-03T01:16:06.805" v="702"/>
        <pc:sldMkLst>
          <pc:docMk/>
          <pc:sldMk cId="273558123" sldId="286"/>
        </pc:sldMkLst>
        <pc:spChg chg="del mod">
          <ac:chgData name="Bernard Widjaja" userId="S::bernard.widjaja001@stud.fh-dortmund.de::aeaa7b53-56ca-45ee-9723-63c27dbb0674" providerId="AD" clId="Web-{263FBA52-9E56-AAD7-957F-C2F651F115F0}" dt="2026-02-02T23:23:39.769" v="297"/>
          <ac:spMkLst>
            <pc:docMk/>
            <pc:sldMk cId="273558123" sldId="286"/>
            <ac:spMk id="3" creationId="{28D4AA30-C2E5-D14A-ADE0-571740DF2C4C}"/>
          </ac:spMkLst>
        </pc:spChg>
        <pc:spChg chg="add del mod">
          <ac:chgData name="Bernard Widjaja" userId="S::bernard.widjaja001@stud.fh-dortmund.de::aeaa7b53-56ca-45ee-9723-63c27dbb0674" providerId="AD" clId="Web-{263FBA52-9E56-AAD7-957F-C2F651F115F0}" dt="2026-02-03T01:08:39.705" v="613"/>
          <ac:spMkLst>
            <pc:docMk/>
            <pc:sldMk cId="273558123" sldId="286"/>
            <ac:spMk id="5" creationId="{59324946-AB17-9F23-FCDB-B0A9FB1A02C3}"/>
          </ac:spMkLst>
        </pc:spChg>
        <pc:spChg chg="add del mod">
          <ac:chgData name="Bernard Widjaja" userId="S::bernard.widjaja001@stud.fh-dortmund.de::aeaa7b53-56ca-45ee-9723-63c27dbb0674" providerId="AD" clId="Web-{263FBA52-9E56-AAD7-957F-C2F651F115F0}" dt="2026-02-02T23:27:35.192" v="314"/>
          <ac:spMkLst>
            <pc:docMk/>
            <pc:sldMk cId="273558123" sldId="286"/>
            <ac:spMk id="7" creationId="{6925D53E-9E8C-684C-9DAB-3529238D6B7F}"/>
          </ac:spMkLst>
        </pc:spChg>
        <pc:spChg chg="add del mod ord">
          <ac:chgData name="Bernard Widjaja" userId="S::bernard.widjaja001@stud.fh-dortmund.de::aeaa7b53-56ca-45ee-9723-63c27dbb0674" providerId="AD" clId="Web-{263FBA52-9E56-AAD7-957F-C2F651F115F0}" dt="2026-02-03T01:14:36.334" v="683"/>
          <ac:spMkLst>
            <pc:docMk/>
            <pc:sldMk cId="273558123" sldId="286"/>
            <ac:spMk id="9" creationId="{8F50D165-C756-26BF-1C16-469E0726E4FD}"/>
          </ac:spMkLst>
        </pc:spChg>
        <pc:spChg chg="add del mod ord">
          <ac:chgData name="Bernard Widjaja" userId="S::bernard.widjaja001@stud.fh-dortmund.de::aeaa7b53-56ca-45ee-9723-63c27dbb0674" providerId="AD" clId="Web-{263FBA52-9E56-AAD7-957F-C2F651F115F0}" dt="2026-02-03T01:14:35.443" v="682"/>
          <ac:spMkLst>
            <pc:docMk/>
            <pc:sldMk cId="273558123" sldId="286"/>
            <ac:spMk id="10" creationId="{19837573-09CE-F567-2EA1-75FC544FC708}"/>
          </ac:spMkLst>
        </pc:spChg>
        <pc:picChg chg="add del mod ord modCrop">
          <ac:chgData name="Bernard Widjaja" userId="S::bernard.widjaja001@stud.fh-dortmund.de::aeaa7b53-56ca-45ee-9723-63c27dbb0674" providerId="AD" clId="Web-{263FBA52-9E56-AAD7-957F-C2F651F115F0}" dt="2026-02-02T23:27:19.129" v="313"/>
          <ac:picMkLst>
            <pc:docMk/>
            <pc:sldMk cId="273558123" sldId="286"/>
            <ac:picMk id="5" creationId="{1231B060-C42A-A5AA-F8D2-CC6D6576568F}"/>
          </ac:picMkLst>
        </pc:picChg>
        <pc:picChg chg="add mod ord modCrop">
          <ac:chgData name="Bernard Widjaja" userId="S::bernard.widjaja001@stud.fh-dortmund.de::aeaa7b53-56ca-45ee-9723-63c27dbb0674" providerId="AD" clId="Web-{263FBA52-9E56-AAD7-957F-C2F651F115F0}" dt="2026-02-03T01:11:16.628" v="646"/>
          <ac:picMkLst>
            <pc:docMk/>
            <pc:sldMk cId="273558123" sldId="286"/>
            <ac:picMk id="6" creationId="{70AC4365-2CD9-E2D8-C5AD-86C220E3CD51}"/>
          </ac:picMkLst>
        </pc:picChg>
        <pc:picChg chg="add del mod ord modCrop">
          <ac:chgData name="Bernard Widjaja" userId="S::bernard.widjaja001@stud.fh-dortmund.de::aeaa7b53-56ca-45ee-9723-63c27dbb0674" providerId="AD" clId="Web-{263FBA52-9E56-AAD7-957F-C2F651F115F0}" dt="2026-02-03T00:52:37.144" v="611"/>
          <ac:picMkLst>
            <pc:docMk/>
            <pc:sldMk cId="273558123" sldId="286"/>
            <ac:picMk id="8" creationId="{5C33D386-EED8-8248-2183-6F6C965658E0}"/>
          </ac:picMkLst>
        </pc:picChg>
        <pc:picChg chg="add del mod">
          <ac:chgData name="Bernard Widjaja" userId="S::bernard.widjaja001@stud.fh-dortmund.de::aeaa7b53-56ca-45ee-9723-63c27dbb0674" providerId="AD" clId="Web-{263FBA52-9E56-AAD7-957F-C2F651F115F0}" dt="2026-02-03T01:11:34.206" v="650"/>
          <ac:picMkLst>
            <pc:docMk/>
            <pc:sldMk cId="273558123" sldId="286"/>
            <ac:picMk id="11" creationId="{3049D285-F987-C1E4-71AF-AB989B3E7808}"/>
          </ac:picMkLst>
        </pc:picChg>
        <pc:picChg chg="add del mod">
          <ac:chgData name="Bernard Widjaja" userId="S::bernard.widjaja001@stud.fh-dortmund.de::aeaa7b53-56ca-45ee-9723-63c27dbb0674" providerId="AD" clId="Web-{263FBA52-9E56-AAD7-957F-C2F651F115F0}" dt="2026-02-03T01:11:53.691" v="654"/>
          <ac:picMkLst>
            <pc:docMk/>
            <pc:sldMk cId="273558123" sldId="286"/>
            <ac:picMk id="13" creationId="{766D2D78-47B9-39F7-AFE4-9513551B1044}"/>
          </ac:picMkLst>
        </pc:picChg>
        <pc:picChg chg="add mod modCrop">
          <ac:chgData name="Bernard Widjaja" userId="S::bernard.widjaja001@stud.fh-dortmund.de::aeaa7b53-56ca-45ee-9723-63c27dbb0674" providerId="AD" clId="Web-{263FBA52-9E56-AAD7-957F-C2F651F115F0}" dt="2026-02-03T01:14:19.880" v="678" actId="14100"/>
          <ac:picMkLst>
            <pc:docMk/>
            <pc:sldMk cId="273558123" sldId="286"/>
            <ac:picMk id="15" creationId="{97BD06C3-99A0-960A-CDA3-76E4088A9AB8}"/>
          </ac:picMkLst>
        </pc:picChg>
        <pc:picChg chg="add del mod">
          <ac:chgData name="Bernard Widjaja" userId="S::bernard.widjaja001@stud.fh-dortmund.de::aeaa7b53-56ca-45ee-9723-63c27dbb0674" providerId="AD" clId="Web-{263FBA52-9E56-AAD7-957F-C2F651F115F0}" dt="2026-02-03T01:16:06.805" v="702"/>
          <ac:picMkLst>
            <pc:docMk/>
            <pc:sldMk cId="273558123" sldId="286"/>
            <ac:picMk id="16" creationId="{F9DCE409-6FAB-D74A-69A5-D6469D97F35B}"/>
          </ac:picMkLst>
        </pc:picChg>
      </pc:sldChg>
      <pc:sldChg chg="addSp delSp modSp">
        <pc:chgData name="Bernard Widjaja" userId="S::bernard.widjaja001@stud.fh-dortmund.de::aeaa7b53-56ca-45ee-9723-63c27dbb0674" providerId="AD" clId="Web-{263FBA52-9E56-AAD7-957F-C2F651F115F0}" dt="2026-02-03T01:31:03.638" v="719"/>
        <pc:sldMkLst>
          <pc:docMk/>
          <pc:sldMk cId="3313440228" sldId="289"/>
        </pc:sldMkLst>
        <pc:spChg chg="mod">
          <ac:chgData name="Bernard Widjaja" userId="S::bernard.widjaja001@stud.fh-dortmund.de::aeaa7b53-56ca-45ee-9723-63c27dbb0674" providerId="AD" clId="Web-{263FBA52-9E56-AAD7-957F-C2F651F115F0}" dt="2026-02-03T01:30:01.481" v="714"/>
          <ac:spMkLst>
            <pc:docMk/>
            <pc:sldMk cId="3313440228" sldId="289"/>
            <ac:spMk id="2" creationId="{57A8525E-0377-9562-1AAF-AF63EF75CE8B}"/>
          </ac:spMkLst>
        </pc:spChg>
        <pc:spChg chg="del">
          <ac:chgData name="Bernard Widjaja" userId="S::bernard.widjaja001@stud.fh-dortmund.de::aeaa7b53-56ca-45ee-9723-63c27dbb0674" providerId="AD" clId="Web-{263FBA52-9E56-AAD7-957F-C2F651F115F0}" dt="2026-02-03T01:29:54.372" v="713"/>
          <ac:spMkLst>
            <pc:docMk/>
            <pc:sldMk cId="3313440228" sldId="289"/>
            <ac:spMk id="3" creationId="{DE75975E-BF1F-E03D-60A5-FBF970882187}"/>
          </ac:spMkLst>
        </pc:spChg>
        <pc:spChg chg="mod">
          <ac:chgData name="Bernard Widjaja" userId="S::bernard.widjaja001@stud.fh-dortmund.de::aeaa7b53-56ca-45ee-9723-63c27dbb0674" providerId="AD" clId="Web-{263FBA52-9E56-AAD7-957F-C2F651F115F0}" dt="2026-02-03T01:30:01.481" v="714"/>
          <ac:spMkLst>
            <pc:docMk/>
            <pc:sldMk cId="3313440228" sldId="289"/>
            <ac:spMk id="4" creationId="{DFC44C6B-A7FD-F5B8-A21E-137554512C58}"/>
          </ac:spMkLst>
        </pc:spChg>
        <pc:spChg chg="add mod">
          <ac:chgData name="Bernard Widjaja" userId="S::bernard.widjaja001@stud.fh-dortmund.de::aeaa7b53-56ca-45ee-9723-63c27dbb0674" providerId="AD" clId="Web-{263FBA52-9E56-AAD7-957F-C2F651F115F0}" dt="2026-02-03T01:31:03.638" v="719"/>
          <ac:spMkLst>
            <pc:docMk/>
            <pc:sldMk cId="3313440228" sldId="289"/>
            <ac:spMk id="7" creationId="{9045C81E-B0FF-049F-7F2E-86A9347EFBF2}"/>
          </ac:spMkLst>
        </pc:spChg>
        <pc:picChg chg="add del mod ord">
          <ac:chgData name="Bernard Widjaja" userId="S::bernard.widjaja001@stud.fh-dortmund.de::aeaa7b53-56ca-45ee-9723-63c27dbb0674" providerId="AD" clId="Web-{263FBA52-9E56-AAD7-957F-C2F651F115F0}" dt="2026-02-03T01:31:03.638" v="719"/>
          <ac:picMkLst>
            <pc:docMk/>
            <pc:sldMk cId="3313440228" sldId="289"/>
            <ac:picMk id="5" creationId="{1A61C49A-01C6-F216-16FC-71BD27F1EDE1}"/>
          </ac:picMkLst>
        </pc:picChg>
      </pc:sldChg>
      <pc:sldChg chg="addSp delSp modSp">
        <pc:chgData name="Bernard Widjaja" userId="S::bernard.widjaja001@stud.fh-dortmund.de::aeaa7b53-56ca-45ee-9723-63c27dbb0674" providerId="AD" clId="Web-{263FBA52-9E56-AAD7-957F-C2F651F115F0}" dt="2026-02-03T01:31:14.857" v="721"/>
        <pc:sldMkLst>
          <pc:docMk/>
          <pc:sldMk cId="1803398172" sldId="290"/>
        </pc:sldMkLst>
        <pc:spChg chg="del mod">
          <ac:chgData name="Bernard Widjaja" userId="S::bernard.widjaja001@stud.fh-dortmund.de::aeaa7b53-56ca-45ee-9723-63c27dbb0674" providerId="AD" clId="Web-{263FBA52-9E56-AAD7-957F-C2F651F115F0}" dt="2026-02-03T01:31:14.857" v="721"/>
          <ac:spMkLst>
            <pc:docMk/>
            <pc:sldMk cId="1803398172" sldId="290"/>
            <ac:spMk id="3" creationId="{47227A05-BBF1-E63E-9194-DCD68EC4B915}"/>
          </ac:spMkLst>
        </pc:spChg>
        <pc:picChg chg="add mod ord">
          <ac:chgData name="Bernard Widjaja" userId="S::bernard.widjaja001@stud.fh-dortmund.de::aeaa7b53-56ca-45ee-9723-63c27dbb0674" providerId="AD" clId="Web-{263FBA52-9E56-AAD7-957F-C2F651F115F0}" dt="2026-02-03T01:31:14.857" v="721"/>
          <ac:picMkLst>
            <pc:docMk/>
            <pc:sldMk cId="1803398172" sldId="290"/>
            <ac:picMk id="5" creationId="{A4DC23B6-43DE-3828-2402-8E5B13D8B923}"/>
          </ac:picMkLst>
        </pc:picChg>
      </pc:sldChg>
      <pc:sldChg chg="modSp add replId">
        <pc:chgData name="Bernard Widjaja" userId="S::bernard.widjaja001@stud.fh-dortmund.de::aeaa7b53-56ca-45ee-9723-63c27dbb0674" providerId="AD" clId="Web-{263FBA52-9E56-AAD7-957F-C2F651F115F0}" dt="2026-02-02T19:17:58.971" v="15" actId="20577"/>
        <pc:sldMkLst>
          <pc:docMk/>
          <pc:sldMk cId="2723942278" sldId="291"/>
        </pc:sldMkLst>
        <pc:spChg chg="mod">
          <ac:chgData name="Bernard Widjaja" userId="S::bernard.widjaja001@stud.fh-dortmund.de::aeaa7b53-56ca-45ee-9723-63c27dbb0674" providerId="AD" clId="Web-{263FBA52-9E56-AAD7-957F-C2F651F115F0}" dt="2026-02-02T19:17:58.971" v="15" actId="20577"/>
          <ac:spMkLst>
            <pc:docMk/>
            <pc:sldMk cId="2723942278" sldId="291"/>
            <ac:spMk id="2" creationId="{72024A63-17FE-44AB-1C28-D8C1582911BF}"/>
          </ac:spMkLst>
        </pc:spChg>
      </pc:sldChg>
      <pc:sldChg chg="modSp add replId">
        <pc:chgData name="Bernard Widjaja" userId="S::bernard.widjaja001@stud.fh-dortmund.de::aeaa7b53-56ca-45ee-9723-63c27dbb0674" providerId="AD" clId="Web-{263FBA52-9E56-AAD7-957F-C2F651F115F0}" dt="2026-02-02T19:18:20.627" v="18" actId="20577"/>
        <pc:sldMkLst>
          <pc:docMk/>
          <pc:sldMk cId="204718070" sldId="292"/>
        </pc:sldMkLst>
        <pc:spChg chg="mod">
          <ac:chgData name="Bernard Widjaja" userId="S::bernard.widjaja001@stud.fh-dortmund.de::aeaa7b53-56ca-45ee-9723-63c27dbb0674" providerId="AD" clId="Web-{263FBA52-9E56-AAD7-957F-C2F651F115F0}" dt="2026-02-02T19:18:20.627" v="18" actId="20577"/>
          <ac:spMkLst>
            <pc:docMk/>
            <pc:sldMk cId="204718070" sldId="292"/>
            <ac:spMk id="2" creationId="{8255D9F5-66D4-8EC0-C26B-4E010D2670EC}"/>
          </ac:spMkLst>
        </pc:spChg>
      </pc:sldChg>
      <pc:sldChg chg="addSp delSp modSp add replId">
        <pc:chgData name="Bernard Widjaja" userId="S::bernard.widjaja001@stud.fh-dortmund.de::aeaa7b53-56ca-45ee-9723-63c27dbb0674" providerId="AD" clId="Web-{263FBA52-9E56-AAD7-957F-C2F651F115F0}" dt="2026-02-03T01:44:24.331" v="786" actId="1076"/>
        <pc:sldMkLst>
          <pc:docMk/>
          <pc:sldMk cId="1004518669" sldId="293"/>
        </pc:sldMkLst>
        <pc:spChg chg="mod">
          <ac:chgData name="Bernard Widjaja" userId="S::bernard.widjaja001@stud.fh-dortmund.de::aeaa7b53-56ca-45ee-9723-63c27dbb0674" providerId="AD" clId="Web-{263FBA52-9E56-AAD7-957F-C2F651F115F0}" dt="2026-02-03T01:43:53.409" v="777"/>
          <ac:spMkLst>
            <pc:docMk/>
            <pc:sldMk cId="1004518669" sldId="293"/>
            <ac:spMk id="2" creationId="{C2F42F82-117C-965F-362F-5627E8D0EB67}"/>
          </ac:spMkLst>
        </pc:spChg>
        <pc:spChg chg="del mod">
          <ac:chgData name="Bernard Widjaja" userId="S::bernard.widjaja001@stud.fh-dortmund.de::aeaa7b53-56ca-45ee-9723-63c27dbb0674" providerId="AD" clId="Web-{263FBA52-9E56-AAD7-957F-C2F651F115F0}" dt="2026-02-03T01:32:25.936" v="723"/>
          <ac:spMkLst>
            <pc:docMk/>
            <pc:sldMk cId="1004518669" sldId="293"/>
            <ac:spMk id="3" creationId="{1B5B421A-026A-3532-08AE-A7AF75FEE77F}"/>
          </ac:spMkLst>
        </pc:spChg>
        <pc:spChg chg="mod ord">
          <ac:chgData name="Bernard Widjaja" userId="S::bernard.widjaja001@stud.fh-dortmund.de::aeaa7b53-56ca-45ee-9723-63c27dbb0674" providerId="AD" clId="Web-{263FBA52-9E56-AAD7-957F-C2F651F115F0}" dt="2026-02-03T01:43:53.409" v="777"/>
          <ac:spMkLst>
            <pc:docMk/>
            <pc:sldMk cId="1004518669" sldId="293"/>
            <ac:spMk id="4" creationId="{680C4F58-51F8-884B-BE9B-F8072F491483}"/>
          </ac:spMkLst>
        </pc:spChg>
        <pc:spChg chg="add del mod">
          <ac:chgData name="Bernard Widjaja" userId="S::bernard.widjaja001@stud.fh-dortmund.de::aeaa7b53-56ca-45ee-9723-63c27dbb0674" providerId="AD" clId="Web-{263FBA52-9E56-AAD7-957F-C2F651F115F0}" dt="2026-02-03T01:33:30.264" v="731"/>
          <ac:spMkLst>
            <pc:docMk/>
            <pc:sldMk cId="1004518669" sldId="293"/>
            <ac:spMk id="7" creationId="{38989E4D-E20C-AB30-4FA0-68113FA39846}"/>
          </ac:spMkLst>
        </pc:spChg>
        <pc:spChg chg="add del mod">
          <ac:chgData name="Bernard Widjaja" userId="S::bernard.widjaja001@stud.fh-dortmund.de::aeaa7b53-56ca-45ee-9723-63c27dbb0674" providerId="AD" clId="Web-{263FBA52-9E56-AAD7-957F-C2F651F115F0}" dt="2026-02-03T01:43:38.768" v="776"/>
          <ac:spMkLst>
            <pc:docMk/>
            <pc:sldMk cId="1004518669" sldId="293"/>
            <ac:spMk id="10" creationId="{0351406E-483C-65DD-24C7-0E9DBF6E3A5A}"/>
          </ac:spMkLst>
        </pc:spChg>
        <pc:picChg chg="add del mod ord">
          <ac:chgData name="Bernard Widjaja" userId="S::bernard.widjaja001@stud.fh-dortmund.de::aeaa7b53-56ca-45ee-9723-63c27dbb0674" providerId="AD" clId="Web-{263FBA52-9E56-AAD7-957F-C2F651F115F0}" dt="2026-02-03T01:33:20.264" v="730"/>
          <ac:picMkLst>
            <pc:docMk/>
            <pc:sldMk cId="1004518669" sldId="293"/>
            <ac:picMk id="5" creationId="{E37C29BA-A14C-01EC-433E-24E62079C9FE}"/>
          </ac:picMkLst>
        </pc:picChg>
        <pc:picChg chg="add del mod ord modCrop">
          <ac:chgData name="Bernard Widjaja" userId="S::bernard.widjaja001@stud.fh-dortmund.de::aeaa7b53-56ca-45ee-9723-63c27dbb0674" providerId="AD" clId="Web-{263FBA52-9E56-AAD7-957F-C2F651F115F0}" dt="2026-02-03T01:43:30.925" v="775"/>
          <ac:picMkLst>
            <pc:docMk/>
            <pc:sldMk cId="1004518669" sldId="293"/>
            <ac:picMk id="8" creationId="{772CE937-2BD5-2EC5-4E89-82B67D483D2E}"/>
          </ac:picMkLst>
        </pc:picChg>
        <pc:picChg chg="add mod ord">
          <ac:chgData name="Bernard Widjaja" userId="S::bernard.widjaja001@stud.fh-dortmund.de::aeaa7b53-56ca-45ee-9723-63c27dbb0674" providerId="AD" clId="Web-{263FBA52-9E56-AAD7-957F-C2F651F115F0}" dt="2026-02-03T01:44:24.331" v="786" actId="1076"/>
          <ac:picMkLst>
            <pc:docMk/>
            <pc:sldMk cId="1004518669" sldId="293"/>
            <ac:picMk id="11" creationId="{9D843C4D-A10C-0F15-BAFE-21D6D391FC48}"/>
          </ac:picMkLst>
        </pc:picChg>
      </pc:sldChg>
      <pc:sldChg chg="modSp add replId">
        <pc:chgData name="Bernard Widjaja" userId="S::bernard.widjaja001@stud.fh-dortmund.de::aeaa7b53-56ca-45ee-9723-63c27dbb0674" providerId="AD" clId="Web-{263FBA52-9E56-AAD7-957F-C2F651F115F0}" dt="2026-02-02T19:18:39.612" v="25" actId="20577"/>
        <pc:sldMkLst>
          <pc:docMk/>
          <pc:sldMk cId="3635829007" sldId="294"/>
        </pc:sldMkLst>
        <pc:spChg chg="mod">
          <ac:chgData name="Bernard Widjaja" userId="S::bernard.widjaja001@stud.fh-dortmund.de::aeaa7b53-56ca-45ee-9723-63c27dbb0674" providerId="AD" clId="Web-{263FBA52-9E56-AAD7-957F-C2F651F115F0}" dt="2026-02-02T19:18:39.612" v="25" actId="20577"/>
          <ac:spMkLst>
            <pc:docMk/>
            <pc:sldMk cId="3635829007" sldId="294"/>
            <ac:spMk id="2" creationId="{9B392FD3-FA6A-8A7F-0C6D-FD37DACC29DF}"/>
          </ac:spMkLst>
        </pc:spChg>
      </pc:sldChg>
      <pc:sldChg chg="modSp add replId">
        <pc:chgData name="Bernard Widjaja" userId="S::bernard.widjaja001@stud.fh-dortmund.de::aeaa7b53-56ca-45ee-9723-63c27dbb0674" providerId="AD" clId="Web-{263FBA52-9E56-AAD7-957F-C2F651F115F0}" dt="2026-02-02T19:19:05.956" v="39" actId="20577"/>
        <pc:sldMkLst>
          <pc:docMk/>
          <pc:sldMk cId="2374699784" sldId="295"/>
        </pc:sldMkLst>
        <pc:spChg chg="mod">
          <ac:chgData name="Bernard Widjaja" userId="S::bernard.widjaja001@stud.fh-dortmund.de::aeaa7b53-56ca-45ee-9723-63c27dbb0674" providerId="AD" clId="Web-{263FBA52-9E56-AAD7-957F-C2F651F115F0}" dt="2026-02-02T19:19:05.956" v="39" actId="20577"/>
          <ac:spMkLst>
            <pc:docMk/>
            <pc:sldMk cId="2374699784" sldId="295"/>
            <ac:spMk id="2" creationId="{B898A7ED-54FC-D3CF-3A08-0CC5BEE89ECC}"/>
          </ac:spMkLst>
        </pc:spChg>
      </pc:sldChg>
      <pc:sldChg chg="modSp add replId">
        <pc:chgData name="Bernard Widjaja" userId="S::bernard.widjaja001@stud.fh-dortmund.de::aeaa7b53-56ca-45ee-9723-63c27dbb0674" providerId="AD" clId="Web-{263FBA52-9E56-AAD7-957F-C2F651F115F0}" dt="2026-02-02T19:19:07.440" v="40" actId="20577"/>
        <pc:sldMkLst>
          <pc:docMk/>
          <pc:sldMk cId="2186660148" sldId="296"/>
        </pc:sldMkLst>
        <pc:spChg chg="mod">
          <ac:chgData name="Bernard Widjaja" userId="S::bernard.widjaja001@stud.fh-dortmund.de::aeaa7b53-56ca-45ee-9723-63c27dbb0674" providerId="AD" clId="Web-{263FBA52-9E56-AAD7-957F-C2F651F115F0}" dt="2026-02-02T19:19:07.440" v="40" actId="20577"/>
          <ac:spMkLst>
            <pc:docMk/>
            <pc:sldMk cId="2186660148" sldId="296"/>
            <ac:spMk id="2" creationId="{596AFD28-62D2-A0E4-2B50-34DAA06C4373}"/>
          </ac:spMkLst>
        </pc:spChg>
      </pc:sldChg>
      <pc:sldChg chg="modSp add replId">
        <pc:chgData name="Bernard Widjaja" userId="S::bernard.widjaja001@stud.fh-dortmund.de::aeaa7b53-56ca-45ee-9723-63c27dbb0674" providerId="AD" clId="Web-{263FBA52-9E56-AAD7-957F-C2F651F115F0}" dt="2026-02-02T19:20:15.612" v="46" actId="20577"/>
        <pc:sldMkLst>
          <pc:docMk/>
          <pc:sldMk cId="1616769374" sldId="297"/>
        </pc:sldMkLst>
        <pc:spChg chg="mod">
          <ac:chgData name="Bernard Widjaja" userId="S::bernard.widjaja001@stud.fh-dortmund.de::aeaa7b53-56ca-45ee-9723-63c27dbb0674" providerId="AD" clId="Web-{263FBA52-9E56-AAD7-957F-C2F651F115F0}" dt="2026-02-02T19:20:15.612" v="46" actId="20577"/>
          <ac:spMkLst>
            <pc:docMk/>
            <pc:sldMk cId="1616769374" sldId="297"/>
            <ac:spMk id="2" creationId="{CCD9D7DF-3B77-357B-3AE5-8FCB740CBF37}"/>
          </ac:spMkLst>
        </pc:spChg>
      </pc:sldChg>
      <pc:sldChg chg="modSp add replId">
        <pc:chgData name="Bernard Widjaja" userId="S::bernard.widjaja001@stud.fh-dortmund.de::aeaa7b53-56ca-45ee-9723-63c27dbb0674" providerId="AD" clId="Web-{263FBA52-9E56-AAD7-957F-C2F651F115F0}" dt="2026-02-03T02:16:29.016" v="859" actId="20577"/>
        <pc:sldMkLst>
          <pc:docMk/>
          <pc:sldMk cId="2827114471" sldId="298"/>
        </pc:sldMkLst>
        <pc:spChg chg="mod">
          <ac:chgData name="Bernard Widjaja" userId="S::bernard.widjaja001@stud.fh-dortmund.de::aeaa7b53-56ca-45ee-9723-63c27dbb0674" providerId="AD" clId="Web-{263FBA52-9E56-AAD7-957F-C2F651F115F0}" dt="2026-02-02T19:20:19.847" v="48" actId="20577"/>
          <ac:spMkLst>
            <pc:docMk/>
            <pc:sldMk cId="2827114471" sldId="298"/>
            <ac:spMk id="2" creationId="{AEC9F7B1-E930-7AEC-EDC4-014DA9ACD0DA}"/>
          </ac:spMkLst>
        </pc:spChg>
        <pc:spChg chg="mod">
          <ac:chgData name="Bernard Widjaja" userId="S::bernard.widjaja001@stud.fh-dortmund.de::aeaa7b53-56ca-45ee-9723-63c27dbb0674" providerId="AD" clId="Web-{263FBA52-9E56-AAD7-957F-C2F651F115F0}" dt="2026-02-03T02:16:29.016" v="859" actId="20577"/>
          <ac:spMkLst>
            <pc:docMk/>
            <pc:sldMk cId="2827114471" sldId="298"/>
            <ac:spMk id="3" creationId="{33FFD9C4-1A4E-1943-3165-A1DBD8117BCE}"/>
          </ac:spMkLst>
        </pc:spChg>
      </pc:sldChg>
      <pc:sldChg chg="modSp add replId">
        <pc:chgData name="Bernard Widjaja" userId="S::bernard.widjaja001@stud.fh-dortmund.de::aeaa7b53-56ca-45ee-9723-63c27dbb0674" providerId="AD" clId="Web-{263FBA52-9E56-AAD7-957F-C2F651F115F0}" dt="2026-02-02T19:20:31.597" v="51" actId="20577"/>
        <pc:sldMkLst>
          <pc:docMk/>
          <pc:sldMk cId="1520325145" sldId="299"/>
        </pc:sldMkLst>
        <pc:spChg chg="mod">
          <ac:chgData name="Bernard Widjaja" userId="S::bernard.widjaja001@stud.fh-dortmund.de::aeaa7b53-56ca-45ee-9723-63c27dbb0674" providerId="AD" clId="Web-{263FBA52-9E56-AAD7-957F-C2F651F115F0}" dt="2026-02-02T19:20:31.597" v="51" actId="20577"/>
          <ac:spMkLst>
            <pc:docMk/>
            <pc:sldMk cId="1520325145" sldId="299"/>
            <ac:spMk id="2" creationId="{BE8D5A6B-7799-8B01-E6F9-F76BC484C340}"/>
          </ac:spMkLst>
        </pc:spChg>
      </pc:sldChg>
      <pc:sldChg chg="modSp add replId">
        <pc:chgData name="Bernard Widjaja" userId="S::bernard.widjaja001@stud.fh-dortmund.de::aeaa7b53-56ca-45ee-9723-63c27dbb0674" providerId="AD" clId="Web-{263FBA52-9E56-AAD7-957F-C2F651F115F0}" dt="2026-02-02T19:20:35.268" v="52" actId="20577"/>
        <pc:sldMkLst>
          <pc:docMk/>
          <pc:sldMk cId="153927036" sldId="300"/>
        </pc:sldMkLst>
        <pc:spChg chg="mod">
          <ac:chgData name="Bernard Widjaja" userId="S::bernard.widjaja001@stud.fh-dortmund.de::aeaa7b53-56ca-45ee-9723-63c27dbb0674" providerId="AD" clId="Web-{263FBA52-9E56-AAD7-957F-C2F651F115F0}" dt="2026-02-02T19:20:35.268" v="52" actId="20577"/>
          <ac:spMkLst>
            <pc:docMk/>
            <pc:sldMk cId="153927036" sldId="300"/>
            <ac:spMk id="2" creationId="{9ACE2E6B-2D11-37E5-C470-7D673E5BFFB4}"/>
          </ac:spMkLst>
        </pc:spChg>
      </pc:sldChg>
      <pc:sldChg chg="addSp delSp modSp add replId">
        <pc:chgData name="Bernard Widjaja" userId="S::bernard.widjaja001@stud.fh-dortmund.de::aeaa7b53-56ca-45ee-9723-63c27dbb0674" providerId="AD" clId="Web-{263FBA52-9E56-AAD7-957F-C2F651F115F0}" dt="2026-02-03T01:53:58.336" v="811" actId="20577"/>
        <pc:sldMkLst>
          <pc:docMk/>
          <pc:sldMk cId="3813222411" sldId="302"/>
        </pc:sldMkLst>
        <pc:spChg chg="mod">
          <ac:chgData name="Bernard Widjaja" userId="S::bernard.widjaja001@stud.fh-dortmund.de::aeaa7b53-56ca-45ee-9723-63c27dbb0674" providerId="AD" clId="Web-{263FBA52-9E56-AAD7-957F-C2F651F115F0}" dt="2026-02-03T01:53:58.336" v="811" actId="20577"/>
          <ac:spMkLst>
            <pc:docMk/>
            <pc:sldMk cId="3813222411" sldId="302"/>
            <ac:spMk id="2" creationId="{91F7FEED-7162-FB8D-9554-3D87DAC54883}"/>
          </ac:spMkLst>
        </pc:spChg>
        <pc:spChg chg="del mod">
          <ac:chgData name="Bernard Widjaja" userId="S::bernard.widjaja001@stud.fh-dortmund.de::aeaa7b53-56ca-45ee-9723-63c27dbb0674" providerId="AD" clId="Web-{263FBA52-9E56-AAD7-957F-C2F651F115F0}" dt="2026-02-03T01:46:25.331" v="790"/>
          <ac:spMkLst>
            <pc:docMk/>
            <pc:sldMk cId="3813222411" sldId="302"/>
            <ac:spMk id="3" creationId="{EC240113-D2AC-E179-0C8E-2C591D9F546E}"/>
          </ac:spMkLst>
        </pc:spChg>
        <pc:spChg chg="mod">
          <ac:chgData name="Bernard Widjaja" userId="S::bernard.widjaja001@stud.fh-dortmund.de::aeaa7b53-56ca-45ee-9723-63c27dbb0674" providerId="AD" clId="Web-{263FBA52-9E56-AAD7-957F-C2F651F115F0}" dt="2026-02-03T01:46:41.191" v="791"/>
          <ac:spMkLst>
            <pc:docMk/>
            <pc:sldMk cId="3813222411" sldId="302"/>
            <ac:spMk id="4" creationId="{495F2F8D-0D88-3674-35BF-0622B5DC139B}"/>
          </ac:spMkLst>
        </pc:spChg>
        <pc:spChg chg="add del mod">
          <ac:chgData name="Bernard Widjaja" userId="S::bernard.widjaja001@stud.fh-dortmund.de::aeaa7b53-56ca-45ee-9723-63c27dbb0674" providerId="AD" clId="Web-{263FBA52-9E56-AAD7-957F-C2F651F115F0}" dt="2026-02-03T01:52:56.023" v="803"/>
          <ac:spMkLst>
            <pc:docMk/>
            <pc:sldMk cId="3813222411" sldId="302"/>
            <ac:spMk id="7" creationId="{E3D4A313-F8D1-C03D-B1A5-C7BAF62D85BB}"/>
          </ac:spMkLst>
        </pc:spChg>
        <pc:picChg chg="add del mod">
          <ac:chgData name="Bernard Widjaja" userId="S::bernard.widjaja001@stud.fh-dortmund.de::aeaa7b53-56ca-45ee-9723-63c27dbb0674" providerId="AD" clId="Web-{263FBA52-9E56-AAD7-957F-C2F651F115F0}" dt="2026-02-03T01:46:22.534" v="788"/>
          <ac:picMkLst>
            <pc:docMk/>
            <pc:sldMk cId="3813222411" sldId="302"/>
            <ac:picMk id="5" creationId="{F5956A67-D9E0-4F07-1945-347CB6DA6B6B}"/>
          </ac:picMkLst>
        </pc:picChg>
        <pc:picChg chg="add mod ord">
          <ac:chgData name="Bernard Widjaja" userId="S::bernard.widjaja001@stud.fh-dortmund.de::aeaa7b53-56ca-45ee-9723-63c27dbb0674" providerId="AD" clId="Web-{263FBA52-9E56-AAD7-957F-C2F651F115F0}" dt="2026-02-03T01:46:41.191" v="791"/>
          <ac:picMkLst>
            <pc:docMk/>
            <pc:sldMk cId="3813222411" sldId="302"/>
            <ac:picMk id="6" creationId="{71669854-0B8B-5780-AE58-E458EF10D110}"/>
          </ac:picMkLst>
        </pc:picChg>
      </pc:sldChg>
      <pc:sldChg chg="add del replId">
        <pc:chgData name="Bernard Widjaja" userId="S::bernard.widjaja001@stud.fh-dortmund.de::aeaa7b53-56ca-45ee-9723-63c27dbb0674" providerId="AD" clId="Web-{263FBA52-9E56-AAD7-957F-C2F651F115F0}" dt="2026-02-02T21:45:57.863" v="291"/>
        <pc:sldMkLst>
          <pc:docMk/>
          <pc:sldMk cId="1937576846" sldId="303"/>
        </pc:sldMkLst>
      </pc:sldChg>
      <pc:sldChg chg="addSp delSp modSp add replId">
        <pc:chgData name="Bernard Widjaja" userId="S::bernard.widjaja001@stud.fh-dortmund.de::aeaa7b53-56ca-45ee-9723-63c27dbb0674" providerId="AD" clId="Web-{263FBA52-9E56-AAD7-957F-C2F651F115F0}" dt="2026-02-03T01:18:19.980" v="712" actId="1076"/>
        <pc:sldMkLst>
          <pc:docMk/>
          <pc:sldMk cId="3886500774" sldId="305"/>
        </pc:sldMkLst>
        <pc:spChg chg="add del mod">
          <ac:chgData name="Bernard Widjaja" userId="S::bernard.widjaja001@stud.fh-dortmund.de::aeaa7b53-56ca-45ee-9723-63c27dbb0674" providerId="AD" clId="Web-{263FBA52-9E56-AAD7-957F-C2F651F115F0}" dt="2026-02-02T23:28:24.583" v="326"/>
          <ac:spMkLst>
            <pc:docMk/>
            <pc:sldMk cId="3886500774" sldId="305"/>
            <ac:spMk id="6" creationId="{F4583C63-4AE5-DC2F-2912-7433098A0B74}"/>
          </ac:spMkLst>
        </pc:spChg>
        <pc:spChg chg="add del">
          <ac:chgData name="Bernard Widjaja" userId="S::bernard.widjaja001@stud.fh-dortmund.de::aeaa7b53-56ca-45ee-9723-63c27dbb0674" providerId="AD" clId="Web-{263FBA52-9E56-AAD7-957F-C2F651F115F0}" dt="2026-02-02T23:31:25.786" v="353"/>
          <ac:spMkLst>
            <pc:docMk/>
            <pc:sldMk cId="3886500774" sldId="305"/>
            <ac:spMk id="10" creationId="{9AEB258F-95C7-E046-6F13-0CC5E77B70DC}"/>
          </ac:spMkLst>
        </pc:spChg>
        <pc:spChg chg="add del mod">
          <ac:chgData name="Bernard Widjaja" userId="S::bernard.widjaja001@stud.fh-dortmund.de::aeaa7b53-56ca-45ee-9723-63c27dbb0674" providerId="AD" clId="Web-{263FBA52-9E56-AAD7-957F-C2F651F115F0}" dt="2026-02-03T01:14:42.740" v="684"/>
          <ac:spMkLst>
            <pc:docMk/>
            <pc:sldMk cId="3886500774" sldId="305"/>
            <ac:spMk id="12" creationId="{656B8161-BBE8-1C29-2EDA-A23A3D976AA1}"/>
          </ac:spMkLst>
        </pc:spChg>
        <pc:spChg chg="add del mod">
          <ac:chgData name="Bernard Widjaja" userId="S::bernard.widjaja001@stud.fh-dortmund.de::aeaa7b53-56ca-45ee-9723-63c27dbb0674" providerId="AD" clId="Web-{263FBA52-9E56-AAD7-957F-C2F651F115F0}" dt="2026-02-03T01:16:09.852" v="703"/>
          <ac:spMkLst>
            <pc:docMk/>
            <pc:sldMk cId="3886500774" sldId="305"/>
            <ac:spMk id="13" creationId="{5D3A99A3-FBCF-24E4-1927-6F7BCEF2019B}"/>
          </ac:spMkLst>
        </pc:spChg>
        <pc:spChg chg="add del mod">
          <ac:chgData name="Bernard Widjaja" userId="S::bernard.widjaja001@stud.fh-dortmund.de::aeaa7b53-56ca-45ee-9723-63c27dbb0674" providerId="AD" clId="Web-{263FBA52-9E56-AAD7-957F-C2F651F115F0}" dt="2026-02-03T01:16:53.072" v="708"/>
          <ac:spMkLst>
            <pc:docMk/>
            <pc:sldMk cId="3886500774" sldId="305"/>
            <ac:spMk id="16" creationId="{B29A8414-25AC-099D-3036-5119C51BA3EA}"/>
          </ac:spMkLst>
        </pc:spChg>
        <pc:picChg chg="del">
          <ac:chgData name="Bernard Widjaja" userId="S::bernard.widjaja001@stud.fh-dortmund.de::aeaa7b53-56ca-45ee-9723-63c27dbb0674" providerId="AD" clId="Web-{263FBA52-9E56-AAD7-957F-C2F651F115F0}" dt="2026-02-02T23:28:17.536" v="323"/>
          <ac:picMkLst>
            <pc:docMk/>
            <pc:sldMk cId="3886500774" sldId="305"/>
            <ac:picMk id="5" creationId="{45F60D77-7ECF-BD8D-D5AB-C1EFA9293CD7}"/>
          </ac:picMkLst>
        </pc:picChg>
        <pc:picChg chg="add del mod ord modCrop">
          <ac:chgData name="Bernard Widjaja" userId="S::bernard.widjaja001@stud.fh-dortmund.de::aeaa7b53-56ca-45ee-9723-63c27dbb0674" providerId="AD" clId="Web-{263FBA52-9E56-AAD7-957F-C2F651F115F0}" dt="2026-02-03T01:15:18.600" v="689"/>
          <ac:picMkLst>
            <pc:docMk/>
            <pc:sldMk cId="3886500774" sldId="305"/>
            <ac:picMk id="5" creationId="{A6FC32C0-C1D2-0FB8-1F55-71F8CD09E4FB}"/>
          </ac:picMkLst>
        </pc:picChg>
        <pc:picChg chg="add del mod">
          <ac:chgData name="Bernard Widjaja" userId="S::bernard.widjaja001@stud.fh-dortmund.de::aeaa7b53-56ca-45ee-9723-63c27dbb0674" providerId="AD" clId="Web-{263FBA52-9E56-AAD7-957F-C2F651F115F0}" dt="2026-02-03T01:14:08.504" v="677"/>
          <ac:picMkLst>
            <pc:docMk/>
            <pc:sldMk cId="3886500774" sldId="305"/>
            <ac:picMk id="7" creationId="{5487D8E9-3AC3-5B38-A149-357C98C1290B}"/>
          </ac:picMkLst>
        </pc:picChg>
        <pc:picChg chg="add del mod modCrop">
          <ac:chgData name="Bernard Widjaja" userId="S::bernard.widjaja001@stud.fh-dortmund.de::aeaa7b53-56ca-45ee-9723-63c27dbb0674" providerId="AD" clId="Web-{263FBA52-9E56-AAD7-957F-C2F651F115F0}" dt="2026-02-03T01:08:18.768" v="612"/>
          <ac:picMkLst>
            <pc:docMk/>
            <pc:sldMk cId="3886500774" sldId="305"/>
            <ac:picMk id="8" creationId="{1DB2B5D3-E93B-1CD6-EDA5-5A6733527C23}"/>
          </ac:picMkLst>
        </pc:picChg>
        <pc:picChg chg="add mod">
          <ac:chgData name="Bernard Widjaja" userId="S::bernard.widjaja001@stud.fh-dortmund.de::aeaa7b53-56ca-45ee-9723-63c27dbb0674" providerId="AD" clId="Web-{263FBA52-9E56-AAD7-957F-C2F651F115F0}" dt="2026-02-03T01:16:20.711" v="705" actId="1076"/>
          <ac:picMkLst>
            <pc:docMk/>
            <pc:sldMk cId="3886500774" sldId="305"/>
            <ac:picMk id="10" creationId="{439B46A0-E47B-4595-0BE9-5C0EA37D8BA2}"/>
          </ac:picMkLst>
        </pc:picChg>
        <pc:picChg chg="add del mod ord">
          <ac:chgData name="Bernard Widjaja" userId="S::bernard.widjaja001@stud.fh-dortmund.de::aeaa7b53-56ca-45ee-9723-63c27dbb0674" providerId="AD" clId="Web-{263FBA52-9E56-AAD7-957F-C2F651F115F0}" dt="2026-02-03T01:16:41.978" v="706"/>
          <ac:picMkLst>
            <pc:docMk/>
            <pc:sldMk cId="3886500774" sldId="305"/>
            <ac:picMk id="14" creationId="{B7521933-7922-1784-AD74-9A48F375EFE9}"/>
          </ac:picMkLst>
        </pc:picChg>
        <pc:picChg chg="add mod modCrop">
          <ac:chgData name="Bernard Widjaja" userId="S::bernard.widjaja001@stud.fh-dortmund.de::aeaa7b53-56ca-45ee-9723-63c27dbb0674" providerId="AD" clId="Web-{263FBA52-9E56-AAD7-957F-C2F651F115F0}" dt="2026-02-03T01:18:19.980" v="712" actId="1076"/>
          <ac:picMkLst>
            <pc:docMk/>
            <pc:sldMk cId="3886500774" sldId="305"/>
            <ac:picMk id="18" creationId="{B4CA1112-CDB4-CCC6-95FB-D5B8D78C6306}"/>
          </ac:picMkLst>
        </pc:picChg>
      </pc:sldChg>
      <pc:sldChg chg="addSp delSp modSp add replId">
        <pc:chgData name="Bernard Widjaja" userId="S::bernard.widjaja001@stud.fh-dortmund.de::aeaa7b53-56ca-45ee-9723-63c27dbb0674" providerId="AD" clId="Web-{263FBA52-9E56-AAD7-957F-C2F651F115F0}" dt="2026-02-03T01:54:36.715" v="813" actId="20577"/>
        <pc:sldMkLst>
          <pc:docMk/>
          <pc:sldMk cId="305761096" sldId="311"/>
        </pc:sldMkLst>
        <pc:spChg chg="mod">
          <ac:chgData name="Bernard Widjaja" userId="S::bernard.widjaja001@stud.fh-dortmund.de::aeaa7b53-56ca-45ee-9723-63c27dbb0674" providerId="AD" clId="Web-{263FBA52-9E56-AAD7-957F-C2F651F115F0}" dt="2026-02-03T01:54:36.715" v="813" actId="20577"/>
          <ac:spMkLst>
            <pc:docMk/>
            <pc:sldMk cId="305761096" sldId="311"/>
            <ac:spMk id="2" creationId="{D3828388-3D36-EA3F-82A6-A6507D0FE593}"/>
          </ac:spMkLst>
        </pc:spChg>
        <pc:spChg chg="add del mod">
          <ac:chgData name="Bernard Widjaja" userId="S::bernard.widjaja001@stud.fh-dortmund.de::aeaa7b53-56ca-45ee-9723-63c27dbb0674" providerId="AD" clId="Web-{263FBA52-9E56-AAD7-957F-C2F651F115F0}" dt="2026-02-03T01:47:39.160" v="794"/>
          <ac:spMkLst>
            <pc:docMk/>
            <pc:sldMk cId="305761096" sldId="311"/>
            <ac:spMk id="5" creationId="{5A3E3BE7-A029-BD76-EE58-7BBA3014A249}"/>
          </ac:spMkLst>
        </pc:spChg>
        <pc:picChg chg="del">
          <ac:chgData name="Bernard Widjaja" userId="S::bernard.widjaja001@stud.fh-dortmund.de::aeaa7b53-56ca-45ee-9723-63c27dbb0674" providerId="AD" clId="Web-{263FBA52-9E56-AAD7-957F-C2F651F115F0}" dt="2026-02-03T01:47:36.050" v="793"/>
          <ac:picMkLst>
            <pc:docMk/>
            <pc:sldMk cId="305761096" sldId="311"/>
            <ac:picMk id="6" creationId="{42FE53A0-B5E2-6A84-8DA0-65C0518D0F70}"/>
          </ac:picMkLst>
        </pc:picChg>
        <pc:picChg chg="add mod ord">
          <ac:chgData name="Bernard Widjaja" userId="S::bernard.widjaja001@stud.fh-dortmund.de::aeaa7b53-56ca-45ee-9723-63c27dbb0674" providerId="AD" clId="Web-{263FBA52-9E56-AAD7-957F-C2F651F115F0}" dt="2026-02-03T01:47:39.160" v="794"/>
          <ac:picMkLst>
            <pc:docMk/>
            <pc:sldMk cId="305761096" sldId="311"/>
            <ac:picMk id="7" creationId="{86FC446B-6028-FE4F-40CB-074ADF894C04}"/>
          </ac:picMkLst>
        </pc:picChg>
      </pc:sldChg>
    </pc:docChg>
  </pc:docChgLst>
  <pc:docChgLst>
    <pc:chgData name="Md Saidur Rahman" userId="654cf06f-25dd-44bb-8b50-d596122d5f42" providerId="ADAL" clId="{44512E4B-6F4F-4567-B244-51929038F2DA}"/>
    <pc:docChg chg="undo redo custSel addSld delSld modSld sldOrd modSection">
      <pc:chgData name="Md Saidur Rahman" userId="654cf06f-25dd-44bb-8b50-d596122d5f42" providerId="ADAL" clId="{44512E4B-6F4F-4567-B244-51929038F2DA}" dt="2026-02-03T08:40:18.165" v="1239" actId="47"/>
      <pc:docMkLst>
        <pc:docMk/>
      </pc:docMkLst>
      <pc:sldChg chg="addSp modSp mod">
        <pc:chgData name="Md Saidur Rahman" userId="654cf06f-25dd-44bb-8b50-d596122d5f42" providerId="ADAL" clId="{44512E4B-6F4F-4567-B244-51929038F2DA}" dt="2026-02-02T14:05:26.862" v="13" actId="207"/>
        <pc:sldMkLst>
          <pc:docMk/>
          <pc:sldMk cId="175941296" sldId="256"/>
        </pc:sldMkLst>
        <pc:spChg chg="mod">
          <ac:chgData name="Md Saidur Rahman" userId="654cf06f-25dd-44bb-8b50-d596122d5f42" providerId="ADAL" clId="{44512E4B-6F4F-4567-B244-51929038F2DA}" dt="2026-02-02T14:03:39.144" v="2" actId="1076"/>
          <ac:spMkLst>
            <pc:docMk/>
            <pc:sldMk cId="175941296" sldId="256"/>
            <ac:spMk id="3" creationId="{8240EB52-F1E7-DB23-8206-7BE8E7111535}"/>
          </ac:spMkLst>
        </pc:spChg>
        <pc:spChg chg="mod">
          <ac:chgData name="Md Saidur Rahman" userId="654cf06f-25dd-44bb-8b50-d596122d5f42" providerId="ADAL" clId="{44512E4B-6F4F-4567-B244-51929038F2DA}" dt="2026-02-02T14:05:26.862" v="13" actId="207"/>
          <ac:spMkLst>
            <pc:docMk/>
            <pc:sldMk cId="175941296" sldId="256"/>
            <ac:spMk id="4" creationId="{04D8A3FE-ADE5-4CF6-7E6E-82E8C828C45C}"/>
          </ac:spMkLst>
        </pc:spChg>
        <pc:spChg chg="add mod">
          <ac:chgData name="Md Saidur Rahman" userId="654cf06f-25dd-44bb-8b50-d596122d5f42" providerId="ADAL" clId="{44512E4B-6F4F-4567-B244-51929038F2DA}" dt="2026-02-02T14:04:44.148" v="12" actId="207"/>
          <ac:spMkLst>
            <pc:docMk/>
            <pc:sldMk cId="175941296" sldId="256"/>
            <ac:spMk id="5" creationId="{BF7B8D8B-EBCD-A6FE-3668-64B0F0025DD3}"/>
          </ac:spMkLst>
        </pc:spChg>
      </pc:sldChg>
      <pc:sldChg chg="del">
        <pc:chgData name="Md Saidur Rahman" userId="654cf06f-25dd-44bb-8b50-d596122d5f42" providerId="ADAL" clId="{44512E4B-6F4F-4567-B244-51929038F2DA}" dt="2026-02-03T08:37:39.914" v="1230" actId="47"/>
        <pc:sldMkLst>
          <pc:docMk/>
          <pc:sldMk cId="2242952801" sldId="281"/>
        </pc:sldMkLst>
      </pc:sldChg>
      <pc:sldChg chg="modSp del mod">
        <pc:chgData name="Md Saidur Rahman" userId="654cf06f-25dd-44bb-8b50-d596122d5f42" providerId="ADAL" clId="{44512E4B-6F4F-4567-B244-51929038F2DA}" dt="2026-02-03T08:38:58.671" v="1232" actId="47"/>
        <pc:sldMkLst>
          <pc:docMk/>
          <pc:sldMk cId="3293549264" sldId="282"/>
        </pc:sldMkLst>
        <pc:spChg chg="mod">
          <ac:chgData name="Md Saidur Rahman" userId="654cf06f-25dd-44bb-8b50-d596122d5f42" providerId="ADAL" clId="{44512E4B-6F4F-4567-B244-51929038F2DA}" dt="2026-02-02T15:04:14.717" v="221" actId="20577"/>
          <ac:spMkLst>
            <pc:docMk/>
            <pc:sldMk cId="3293549264" sldId="282"/>
            <ac:spMk id="2" creationId="{6EDD0A08-9320-6EC1-8DFA-366D3BF67CF5}"/>
          </ac:spMkLst>
        </pc:spChg>
        <pc:spChg chg="mod">
          <ac:chgData name="Md Saidur Rahman" userId="654cf06f-25dd-44bb-8b50-d596122d5f42" providerId="ADAL" clId="{44512E4B-6F4F-4567-B244-51929038F2DA}" dt="2026-02-02T15:19:01.614" v="588" actId="20577"/>
          <ac:spMkLst>
            <pc:docMk/>
            <pc:sldMk cId="3293549264" sldId="282"/>
            <ac:spMk id="3" creationId="{5837B09E-BB23-40AF-0991-FC3DBB7E0374}"/>
          </ac:spMkLst>
        </pc:spChg>
      </pc:sldChg>
      <pc:sldChg chg="modSp del mod">
        <pc:chgData name="Md Saidur Rahman" userId="654cf06f-25dd-44bb-8b50-d596122d5f42" providerId="ADAL" clId="{44512E4B-6F4F-4567-B244-51929038F2DA}" dt="2026-02-03T08:40:18.165" v="1239" actId="47"/>
        <pc:sldMkLst>
          <pc:docMk/>
          <pc:sldMk cId="1173886611" sldId="283"/>
        </pc:sldMkLst>
        <pc:spChg chg="mod">
          <ac:chgData name="Md Saidur Rahman" userId="654cf06f-25dd-44bb-8b50-d596122d5f42" providerId="ADAL" clId="{44512E4B-6F4F-4567-B244-51929038F2DA}" dt="2026-02-02T15:04:08.004" v="215" actId="20577"/>
          <ac:spMkLst>
            <pc:docMk/>
            <pc:sldMk cId="1173886611" sldId="283"/>
            <ac:spMk id="2" creationId="{5CF1ED74-BDB3-A634-8151-6A8F39E9D5F4}"/>
          </ac:spMkLst>
        </pc:spChg>
        <pc:spChg chg="mod">
          <ac:chgData name="Md Saidur Rahman" userId="654cf06f-25dd-44bb-8b50-d596122d5f42" providerId="ADAL" clId="{44512E4B-6F4F-4567-B244-51929038F2DA}" dt="2026-02-02T15:26:56.587" v="650" actId="20577"/>
          <ac:spMkLst>
            <pc:docMk/>
            <pc:sldMk cId="1173886611" sldId="283"/>
            <ac:spMk id="3" creationId="{C565F04D-5E40-61DF-B6D4-3E076AC14350}"/>
          </ac:spMkLst>
        </pc:spChg>
      </pc:sldChg>
      <pc:sldChg chg="ord">
        <pc:chgData name="Md Saidur Rahman" userId="654cf06f-25dd-44bb-8b50-d596122d5f42" providerId="ADAL" clId="{44512E4B-6F4F-4567-B244-51929038F2DA}" dt="2026-02-03T08:37:08.022" v="1229"/>
        <pc:sldMkLst>
          <pc:docMk/>
          <pc:sldMk cId="273558123" sldId="286"/>
        </pc:sldMkLst>
      </pc:sldChg>
      <pc:sldChg chg="del">
        <pc:chgData name="Md Saidur Rahman" userId="654cf06f-25dd-44bb-8b50-d596122d5f42" providerId="ADAL" clId="{44512E4B-6F4F-4567-B244-51929038F2DA}" dt="2026-02-03T01:41:54.883" v="1181" actId="47"/>
        <pc:sldMkLst>
          <pc:docMk/>
          <pc:sldMk cId="2622530248" sldId="287"/>
        </pc:sldMkLst>
      </pc:sldChg>
      <pc:sldChg chg="del">
        <pc:chgData name="Md Saidur Rahman" userId="654cf06f-25dd-44bb-8b50-d596122d5f42" providerId="ADAL" clId="{44512E4B-6F4F-4567-B244-51929038F2DA}" dt="2026-02-03T08:37:42.689" v="1231" actId="47"/>
        <pc:sldMkLst>
          <pc:docMk/>
          <pc:sldMk cId="3353689093" sldId="288"/>
        </pc:sldMkLst>
      </pc:sldChg>
      <pc:sldChg chg="del">
        <pc:chgData name="Md Saidur Rahman" userId="654cf06f-25dd-44bb-8b50-d596122d5f42" providerId="ADAL" clId="{44512E4B-6F4F-4567-B244-51929038F2DA}" dt="2026-02-03T01:42:06.791" v="1182" actId="47"/>
        <pc:sldMkLst>
          <pc:docMk/>
          <pc:sldMk cId="3635829007" sldId="294"/>
        </pc:sldMkLst>
      </pc:sldChg>
      <pc:sldChg chg="addSp delSp modSp new mod ord">
        <pc:chgData name="Md Saidur Rahman" userId="654cf06f-25dd-44bb-8b50-d596122d5f42" providerId="ADAL" clId="{44512E4B-6F4F-4567-B244-51929038F2DA}" dt="2026-02-03T08:39:31.954" v="1236"/>
        <pc:sldMkLst>
          <pc:docMk/>
          <pc:sldMk cId="198223303" sldId="303"/>
        </pc:sldMkLst>
        <pc:spChg chg="mod">
          <ac:chgData name="Md Saidur Rahman" userId="654cf06f-25dd-44bb-8b50-d596122d5f42" providerId="ADAL" clId="{44512E4B-6F4F-4567-B244-51929038F2DA}" dt="2026-02-02T22:49:52.055" v="662" actId="20577"/>
          <ac:spMkLst>
            <pc:docMk/>
            <pc:sldMk cId="198223303" sldId="303"/>
            <ac:spMk id="2" creationId="{1A5C226F-C2AD-B2D3-F8CE-C8659154475E}"/>
          </ac:spMkLst>
        </pc:spChg>
        <pc:spChg chg="add del">
          <ac:chgData name="Md Saidur Rahman" userId="654cf06f-25dd-44bb-8b50-d596122d5f42" providerId="ADAL" clId="{44512E4B-6F4F-4567-B244-51929038F2DA}" dt="2026-02-02T22:50:00.623" v="667"/>
          <ac:spMkLst>
            <pc:docMk/>
            <pc:sldMk cId="198223303" sldId="303"/>
            <ac:spMk id="3" creationId="{98D5ED54-D14E-7950-546C-2CCFE37C0C5D}"/>
          </ac:spMkLst>
        </pc:spChg>
        <pc:graphicFrameChg chg="add mod">
          <ac:chgData name="Md Saidur Rahman" userId="654cf06f-25dd-44bb-8b50-d596122d5f42" providerId="ADAL" clId="{44512E4B-6F4F-4567-B244-51929038F2DA}" dt="2026-02-02T22:50:00.444" v="666"/>
          <ac:graphicFrameMkLst>
            <pc:docMk/>
            <pc:sldMk cId="198223303" sldId="303"/>
            <ac:graphicFrameMk id="5" creationId="{80B2A6F8-6AE1-BF2F-883A-5015EAB0DE7A}"/>
          </ac:graphicFrameMkLst>
        </pc:graphicFrameChg>
        <pc:graphicFrameChg chg="add mod modGraphic">
          <ac:chgData name="Md Saidur Rahman" userId="654cf06f-25dd-44bb-8b50-d596122d5f42" providerId="ADAL" clId="{44512E4B-6F4F-4567-B244-51929038F2DA}" dt="2026-02-02T23:17:48.180" v="921" actId="1076"/>
          <ac:graphicFrameMkLst>
            <pc:docMk/>
            <pc:sldMk cId="198223303" sldId="303"/>
            <ac:graphicFrameMk id="6" creationId="{D8626D12-8E27-E7C7-7093-23511EFE6C7C}"/>
          </ac:graphicFrameMkLst>
        </pc:graphicFrameChg>
        <pc:picChg chg="add mod modCrop">
          <ac:chgData name="Md Saidur Rahman" userId="654cf06f-25dd-44bb-8b50-d596122d5f42" providerId="ADAL" clId="{44512E4B-6F4F-4567-B244-51929038F2DA}" dt="2026-02-02T23:17:43.487" v="920" actId="1076"/>
          <ac:picMkLst>
            <pc:docMk/>
            <pc:sldMk cId="198223303" sldId="303"/>
            <ac:picMk id="7" creationId="{728EA537-E39A-7E0F-42C7-82207DD87209}"/>
          </ac:picMkLst>
        </pc:picChg>
      </pc:sldChg>
      <pc:sldChg chg="addSp delSp modSp new mod ord modNotesTx">
        <pc:chgData name="Md Saidur Rahman" userId="654cf06f-25dd-44bb-8b50-d596122d5f42" providerId="ADAL" clId="{44512E4B-6F4F-4567-B244-51929038F2DA}" dt="2026-02-03T08:39:53.815" v="1238"/>
        <pc:sldMkLst>
          <pc:docMk/>
          <pc:sldMk cId="4275525825" sldId="304"/>
        </pc:sldMkLst>
        <pc:spChg chg="mod">
          <ac:chgData name="Md Saidur Rahman" userId="654cf06f-25dd-44bb-8b50-d596122d5f42" providerId="ADAL" clId="{44512E4B-6F4F-4567-B244-51929038F2DA}" dt="2026-02-02T22:56:30.548" v="716"/>
          <ac:spMkLst>
            <pc:docMk/>
            <pc:sldMk cId="4275525825" sldId="304"/>
            <ac:spMk id="2" creationId="{F459D087-0700-1C60-1F27-FD90CCEA6C3E}"/>
          </ac:spMkLst>
        </pc:spChg>
        <pc:spChg chg="mod">
          <ac:chgData name="Md Saidur Rahman" userId="654cf06f-25dd-44bb-8b50-d596122d5f42" providerId="ADAL" clId="{44512E4B-6F4F-4567-B244-51929038F2DA}" dt="2026-02-02T23:19:17.266" v="1028" actId="20577"/>
          <ac:spMkLst>
            <pc:docMk/>
            <pc:sldMk cId="4275525825" sldId="304"/>
            <ac:spMk id="3" creationId="{90895C4D-4795-90B3-90C3-1F839BE4C8B6}"/>
          </ac:spMkLst>
        </pc:spChg>
        <pc:spChg chg="add">
          <ac:chgData name="Md Saidur Rahman" userId="654cf06f-25dd-44bb-8b50-d596122d5f42" providerId="ADAL" clId="{44512E4B-6F4F-4567-B244-51929038F2DA}" dt="2026-02-02T22:59:52.274" v="805"/>
          <ac:spMkLst>
            <pc:docMk/>
            <pc:sldMk cId="4275525825" sldId="304"/>
            <ac:spMk id="7" creationId="{BD0F55C0-C354-1EFA-9470-53784860B512}"/>
          </ac:spMkLst>
        </pc:spChg>
        <pc:spChg chg="add">
          <ac:chgData name="Md Saidur Rahman" userId="654cf06f-25dd-44bb-8b50-d596122d5f42" providerId="ADAL" clId="{44512E4B-6F4F-4567-B244-51929038F2DA}" dt="2026-02-02T22:59:55.708" v="806"/>
          <ac:spMkLst>
            <pc:docMk/>
            <pc:sldMk cId="4275525825" sldId="304"/>
            <ac:spMk id="8" creationId="{181BF2AC-62BC-F9B3-35CB-9160753B0569}"/>
          </ac:spMkLst>
        </pc:spChg>
        <pc:spChg chg="add">
          <ac:chgData name="Md Saidur Rahman" userId="654cf06f-25dd-44bb-8b50-d596122d5f42" providerId="ADAL" clId="{44512E4B-6F4F-4567-B244-51929038F2DA}" dt="2026-02-02T23:00:07.248" v="807"/>
          <ac:spMkLst>
            <pc:docMk/>
            <pc:sldMk cId="4275525825" sldId="304"/>
            <ac:spMk id="9" creationId="{D334F9F2-BB68-447F-F8F2-9B68F3BC11C0}"/>
          </ac:spMkLst>
        </pc:spChg>
        <pc:spChg chg="add">
          <ac:chgData name="Md Saidur Rahman" userId="654cf06f-25dd-44bb-8b50-d596122d5f42" providerId="ADAL" clId="{44512E4B-6F4F-4567-B244-51929038F2DA}" dt="2026-02-02T23:00:21.556" v="812"/>
          <ac:spMkLst>
            <pc:docMk/>
            <pc:sldMk cId="4275525825" sldId="304"/>
            <ac:spMk id="10" creationId="{9589C947-A041-D80E-DF3C-F92A47B60CBF}"/>
          </ac:spMkLst>
        </pc:spChg>
        <pc:picChg chg="add del mod modCrop">
          <ac:chgData name="Md Saidur Rahman" userId="654cf06f-25dd-44bb-8b50-d596122d5f42" providerId="ADAL" clId="{44512E4B-6F4F-4567-B244-51929038F2DA}" dt="2026-02-02T23:17:20.638" v="915" actId="21"/>
          <ac:picMkLst>
            <pc:docMk/>
            <pc:sldMk cId="4275525825" sldId="304"/>
            <ac:picMk id="6" creationId="{728EA537-E39A-7E0F-42C7-82207DD87209}"/>
          </ac:picMkLst>
        </pc:picChg>
      </pc:sldChg>
      <pc:sldChg chg="ord">
        <pc:chgData name="Md Saidur Rahman" userId="654cf06f-25dd-44bb-8b50-d596122d5f42" providerId="ADAL" clId="{44512E4B-6F4F-4567-B244-51929038F2DA}" dt="2026-02-03T08:37:08.022" v="1229"/>
        <pc:sldMkLst>
          <pc:docMk/>
          <pc:sldMk cId="3886500774" sldId="305"/>
        </pc:sldMkLst>
      </pc:sldChg>
      <pc:sldChg chg="addSp delSp modSp new mod ord">
        <pc:chgData name="Md Saidur Rahman" userId="654cf06f-25dd-44bb-8b50-d596122d5f42" providerId="ADAL" clId="{44512E4B-6F4F-4567-B244-51929038F2DA}" dt="2026-02-03T01:40:45.031" v="1180"/>
        <pc:sldMkLst>
          <pc:docMk/>
          <pc:sldMk cId="3158925656" sldId="306"/>
        </pc:sldMkLst>
        <pc:spChg chg="mod">
          <ac:chgData name="Md Saidur Rahman" userId="654cf06f-25dd-44bb-8b50-d596122d5f42" providerId="ADAL" clId="{44512E4B-6F4F-4567-B244-51929038F2DA}" dt="2026-02-03T00:24:52.204" v="1052" actId="20577"/>
          <ac:spMkLst>
            <pc:docMk/>
            <pc:sldMk cId="3158925656" sldId="306"/>
            <ac:spMk id="2" creationId="{696CD0BA-33F2-B20E-8C64-771B4B4C7986}"/>
          </ac:spMkLst>
        </pc:spChg>
        <pc:spChg chg="del">
          <ac:chgData name="Md Saidur Rahman" userId="654cf06f-25dd-44bb-8b50-d596122d5f42" providerId="ADAL" clId="{44512E4B-6F4F-4567-B244-51929038F2DA}" dt="2026-02-03T00:24:40.521" v="1044" actId="22"/>
          <ac:spMkLst>
            <pc:docMk/>
            <pc:sldMk cId="3158925656" sldId="306"/>
            <ac:spMk id="3" creationId="{820ED3F8-8B3A-53A1-F29F-09FB5CDDBED9}"/>
          </ac:spMkLst>
        </pc:spChg>
        <pc:picChg chg="add mod ord">
          <ac:chgData name="Md Saidur Rahman" userId="654cf06f-25dd-44bb-8b50-d596122d5f42" providerId="ADAL" clId="{44512E4B-6F4F-4567-B244-51929038F2DA}" dt="2026-02-03T00:24:57.878" v="1054" actId="1076"/>
          <ac:picMkLst>
            <pc:docMk/>
            <pc:sldMk cId="3158925656" sldId="306"/>
            <ac:picMk id="6" creationId="{DB95AD15-F830-04FC-206B-B8AE83BC2AC7}"/>
          </ac:picMkLst>
        </pc:picChg>
      </pc:sldChg>
      <pc:sldChg chg="addSp delSp modSp new mod ord">
        <pc:chgData name="Md Saidur Rahman" userId="654cf06f-25dd-44bb-8b50-d596122d5f42" providerId="ADAL" clId="{44512E4B-6F4F-4567-B244-51929038F2DA}" dt="2026-02-03T01:40:45.031" v="1180"/>
        <pc:sldMkLst>
          <pc:docMk/>
          <pc:sldMk cId="1990665371" sldId="307"/>
        </pc:sldMkLst>
        <pc:spChg chg="add del mod">
          <ac:chgData name="Md Saidur Rahman" userId="654cf06f-25dd-44bb-8b50-d596122d5f42" providerId="ADAL" clId="{44512E4B-6F4F-4567-B244-51929038F2DA}" dt="2026-02-03T00:35:36.500" v="1086" actId="20577"/>
          <ac:spMkLst>
            <pc:docMk/>
            <pc:sldMk cId="1990665371" sldId="307"/>
            <ac:spMk id="2" creationId="{514FF738-0667-E27E-AD34-EEC8998D67D4}"/>
          </ac:spMkLst>
        </pc:spChg>
        <pc:spChg chg="del">
          <ac:chgData name="Md Saidur Rahman" userId="654cf06f-25dd-44bb-8b50-d596122d5f42" providerId="ADAL" clId="{44512E4B-6F4F-4567-B244-51929038F2DA}" dt="2026-02-03T00:35:15.562" v="1058" actId="22"/>
          <ac:spMkLst>
            <pc:docMk/>
            <pc:sldMk cId="1990665371" sldId="307"/>
            <ac:spMk id="3" creationId="{982BA4F4-895C-F44A-6439-F2E631ECF88B}"/>
          </ac:spMkLst>
        </pc:spChg>
        <pc:spChg chg="mod">
          <ac:chgData name="Md Saidur Rahman" userId="654cf06f-25dd-44bb-8b50-d596122d5f42" providerId="ADAL" clId="{44512E4B-6F4F-4567-B244-51929038F2DA}" dt="2026-02-03T00:35:25.942" v="1061" actId="26606"/>
          <ac:spMkLst>
            <pc:docMk/>
            <pc:sldMk cId="1990665371" sldId="307"/>
            <ac:spMk id="4" creationId="{C1CC5424-6BE1-48FF-5938-2FFA909818A9}"/>
          </ac:spMkLst>
        </pc:spChg>
        <pc:spChg chg="add del mod">
          <ac:chgData name="Md Saidur Rahman" userId="654cf06f-25dd-44bb-8b50-d596122d5f42" providerId="ADAL" clId="{44512E4B-6F4F-4567-B244-51929038F2DA}" dt="2026-02-03T00:35:25.942" v="1061" actId="26606"/>
          <ac:spMkLst>
            <pc:docMk/>
            <pc:sldMk cId="1990665371" sldId="307"/>
            <ac:spMk id="11" creationId="{D0A53584-2116-185B-64C7-607423BA41DD}"/>
          </ac:spMkLst>
        </pc:spChg>
        <pc:picChg chg="add mod ord modCrop">
          <ac:chgData name="Md Saidur Rahman" userId="654cf06f-25dd-44bb-8b50-d596122d5f42" providerId="ADAL" clId="{44512E4B-6F4F-4567-B244-51929038F2DA}" dt="2026-02-03T00:36:07.914" v="1093" actId="14100"/>
          <ac:picMkLst>
            <pc:docMk/>
            <pc:sldMk cId="1990665371" sldId="307"/>
            <ac:picMk id="6" creationId="{A4E4DF95-2C2C-3331-0C0F-ACB6ACA1CBC4}"/>
          </ac:picMkLst>
        </pc:picChg>
      </pc:sldChg>
      <pc:sldChg chg="addSp delSp modSp new mod ord">
        <pc:chgData name="Md Saidur Rahman" userId="654cf06f-25dd-44bb-8b50-d596122d5f42" providerId="ADAL" clId="{44512E4B-6F4F-4567-B244-51929038F2DA}" dt="2026-02-03T08:36:41.993" v="1227"/>
        <pc:sldMkLst>
          <pc:docMk/>
          <pc:sldMk cId="605040739" sldId="308"/>
        </pc:sldMkLst>
        <pc:spChg chg="mod">
          <ac:chgData name="Md Saidur Rahman" userId="654cf06f-25dd-44bb-8b50-d596122d5f42" providerId="ADAL" clId="{44512E4B-6F4F-4567-B244-51929038F2DA}" dt="2026-02-03T01:04:56.821" v="1103" actId="20577"/>
          <ac:spMkLst>
            <pc:docMk/>
            <pc:sldMk cId="605040739" sldId="308"/>
            <ac:spMk id="2" creationId="{2D0C4D7B-D45E-664A-D276-722C0B9F96E0}"/>
          </ac:spMkLst>
        </pc:spChg>
        <pc:spChg chg="del">
          <ac:chgData name="Md Saidur Rahman" userId="654cf06f-25dd-44bb-8b50-d596122d5f42" providerId="ADAL" clId="{44512E4B-6F4F-4567-B244-51929038F2DA}" dt="2026-02-03T01:04:59.720" v="1104" actId="22"/>
          <ac:spMkLst>
            <pc:docMk/>
            <pc:sldMk cId="605040739" sldId="308"/>
            <ac:spMk id="3" creationId="{4A68A0DD-8745-3314-0A32-0EF1B2D7E25F}"/>
          </ac:spMkLst>
        </pc:spChg>
        <pc:spChg chg="add del mod">
          <ac:chgData name="Md Saidur Rahman" userId="654cf06f-25dd-44bb-8b50-d596122d5f42" providerId="ADAL" clId="{44512E4B-6F4F-4567-B244-51929038F2DA}" dt="2026-02-03T01:06:09.187" v="1112" actId="478"/>
          <ac:spMkLst>
            <pc:docMk/>
            <pc:sldMk cId="605040739" sldId="308"/>
            <ac:spMk id="8" creationId="{B5CE7197-AF7E-CDEE-EC88-245348BE93F3}"/>
          </ac:spMkLst>
        </pc:spChg>
        <pc:picChg chg="add del mod ord modCrop">
          <ac:chgData name="Md Saidur Rahman" userId="654cf06f-25dd-44bb-8b50-d596122d5f42" providerId="ADAL" clId="{44512E4B-6F4F-4567-B244-51929038F2DA}" dt="2026-02-03T01:05:56.577" v="1108" actId="478"/>
          <ac:picMkLst>
            <pc:docMk/>
            <pc:sldMk cId="605040739" sldId="308"/>
            <ac:picMk id="6" creationId="{F9B13480-33F9-CFFD-001A-629245886D85}"/>
          </ac:picMkLst>
        </pc:picChg>
        <pc:picChg chg="add mod modCrop">
          <ac:chgData name="Md Saidur Rahman" userId="654cf06f-25dd-44bb-8b50-d596122d5f42" providerId="ADAL" clId="{44512E4B-6F4F-4567-B244-51929038F2DA}" dt="2026-02-03T01:06:31.416" v="1117" actId="14100"/>
          <ac:picMkLst>
            <pc:docMk/>
            <pc:sldMk cId="605040739" sldId="308"/>
            <ac:picMk id="10" creationId="{651CA614-4803-10C5-5939-ECDE2AC7EEDC}"/>
          </ac:picMkLst>
        </pc:picChg>
      </pc:sldChg>
      <pc:sldChg chg="addSp delSp modSp new mod">
        <pc:chgData name="Md Saidur Rahman" userId="654cf06f-25dd-44bb-8b50-d596122d5f42" providerId="ADAL" clId="{44512E4B-6F4F-4567-B244-51929038F2DA}" dt="2026-02-03T01:30:01.308" v="1145" actId="732"/>
        <pc:sldMkLst>
          <pc:docMk/>
          <pc:sldMk cId="2947951875" sldId="309"/>
        </pc:sldMkLst>
        <pc:spChg chg="mod">
          <ac:chgData name="Md Saidur Rahman" userId="654cf06f-25dd-44bb-8b50-d596122d5f42" providerId="ADAL" clId="{44512E4B-6F4F-4567-B244-51929038F2DA}" dt="2026-02-03T01:29:24.641" v="1138" actId="20577"/>
          <ac:spMkLst>
            <pc:docMk/>
            <pc:sldMk cId="2947951875" sldId="309"/>
            <ac:spMk id="2" creationId="{EFB2E03A-1A6F-58FC-E7E9-819A12DABCC8}"/>
          </ac:spMkLst>
        </pc:spChg>
        <pc:spChg chg="del">
          <ac:chgData name="Md Saidur Rahman" userId="654cf06f-25dd-44bb-8b50-d596122d5f42" providerId="ADAL" clId="{44512E4B-6F4F-4567-B244-51929038F2DA}" dt="2026-02-03T01:29:26.892" v="1139" actId="478"/>
          <ac:spMkLst>
            <pc:docMk/>
            <pc:sldMk cId="2947951875" sldId="309"/>
            <ac:spMk id="3" creationId="{ADC4804F-373C-0D05-0027-4212A982D740}"/>
          </ac:spMkLst>
        </pc:spChg>
        <pc:picChg chg="add mod modCrop">
          <ac:chgData name="Md Saidur Rahman" userId="654cf06f-25dd-44bb-8b50-d596122d5f42" providerId="ADAL" clId="{44512E4B-6F4F-4567-B244-51929038F2DA}" dt="2026-02-03T01:30:01.308" v="1145" actId="732"/>
          <ac:picMkLst>
            <pc:docMk/>
            <pc:sldMk cId="2947951875" sldId="309"/>
            <ac:picMk id="6" creationId="{9D40EF85-4043-63CF-1FA5-275AE4A87816}"/>
          </ac:picMkLst>
        </pc:picChg>
      </pc:sldChg>
      <pc:sldChg chg="addSp delSp modSp new mod">
        <pc:chgData name="Md Saidur Rahman" userId="654cf06f-25dd-44bb-8b50-d596122d5f42" providerId="ADAL" clId="{44512E4B-6F4F-4567-B244-51929038F2DA}" dt="2026-02-03T01:39:30.493" v="1178" actId="20577"/>
        <pc:sldMkLst>
          <pc:docMk/>
          <pc:sldMk cId="3153138023" sldId="310"/>
        </pc:sldMkLst>
        <pc:spChg chg="mod">
          <ac:chgData name="Md Saidur Rahman" userId="654cf06f-25dd-44bb-8b50-d596122d5f42" providerId="ADAL" clId="{44512E4B-6F4F-4567-B244-51929038F2DA}" dt="2026-02-03T01:39:30.493" v="1178" actId="20577"/>
          <ac:spMkLst>
            <pc:docMk/>
            <pc:sldMk cId="3153138023" sldId="310"/>
            <ac:spMk id="2" creationId="{891658D6-2BE5-59EC-9A2F-BD95EF48D0FC}"/>
          </ac:spMkLst>
        </pc:spChg>
        <pc:spChg chg="del">
          <ac:chgData name="Md Saidur Rahman" userId="654cf06f-25dd-44bb-8b50-d596122d5f42" providerId="ADAL" clId="{44512E4B-6F4F-4567-B244-51929038F2DA}" dt="2026-02-03T01:38:50.708" v="1147" actId="478"/>
          <ac:spMkLst>
            <pc:docMk/>
            <pc:sldMk cId="3153138023" sldId="310"/>
            <ac:spMk id="3" creationId="{6B94A93C-6EFC-D5BB-BB18-6F20CA9869A1}"/>
          </ac:spMkLst>
        </pc:spChg>
        <pc:spChg chg="mod ord">
          <ac:chgData name="Md Saidur Rahman" userId="654cf06f-25dd-44bb-8b50-d596122d5f42" providerId="ADAL" clId="{44512E4B-6F4F-4567-B244-51929038F2DA}" dt="2026-02-03T01:39:02.158" v="1153" actId="26606"/>
          <ac:spMkLst>
            <pc:docMk/>
            <pc:sldMk cId="3153138023" sldId="310"/>
            <ac:spMk id="4" creationId="{E226B25D-536F-CD07-21C3-A2440E87E066}"/>
          </ac:spMkLst>
        </pc:spChg>
        <pc:picChg chg="add mod">
          <ac:chgData name="Md Saidur Rahman" userId="654cf06f-25dd-44bb-8b50-d596122d5f42" providerId="ADAL" clId="{44512E4B-6F4F-4567-B244-51929038F2DA}" dt="2026-02-03T01:39:19.400" v="1157" actId="1076"/>
          <ac:picMkLst>
            <pc:docMk/>
            <pc:sldMk cId="3153138023" sldId="310"/>
            <ac:picMk id="6" creationId="{CC3CB7E6-2776-884D-9D7F-19FF61E7F008}"/>
          </ac:picMkLst>
        </pc:picChg>
      </pc:sldChg>
      <pc:sldChg chg="addSp delSp modSp new mod ord">
        <pc:chgData name="Md Saidur Rahman" userId="654cf06f-25dd-44bb-8b50-d596122d5f42" providerId="ADAL" clId="{44512E4B-6F4F-4567-B244-51929038F2DA}" dt="2026-02-03T08:39:12.177" v="1234"/>
        <pc:sldMkLst>
          <pc:docMk/>
          <pc:sldMk cId="564604901" sldId="318"/>
        </pc:sldMkLst>
        <pc:spChg chg="mod">
          <ac:chgData name="Md Saidur Rahman" userId="654cf06f-25dd-44bb-8b50-d596122d5f42" providerId="ADAL" clId="{44512E4B-6F4F-4567-B244-51929038F2DA}" dt="2026-02-03T08:35:43.853" v="1218" actId="20577"/>
          <ac:spMkLst>
            <pc:docMk/>
            <pc:sldMk cId="564604901" sldId="318"/>
            <ac:spMk id="2" creationId="{240929DD-2C11-4B13-86A9-048104F1679A}"/>
          </ac:spMkLst>
        </pc:spChg>
        <pc:spChg chg="del">
          <ac:chgData name="Md Saidur Rahman" userId="654cf06f-25dd-44bb-8b50-d596122d5f42" providerId="ADAL" clId="{44512E4B-6F4F-4567-B244-51929038F2DA}" dt="2026-02-03T08:35:47.567" v="1219" actId="478"/>
          <ac:spMkLst>
            <pc:docMk/>
            <pc:sldMk cId="564604901" sldId="318"/>
            <ac:spMk id="3" creationId="{AFB0688B-B3DB-84F7-7AC9-484DACEEE784}"/>
          </ac:spMkLst>
        </pc:spChg>
        <pc:picChg chg="add mod">
          <ac:chgData name="Md Saidur Rahman" userId="654cf06f-25dd-44bb-8b50-d596122d5f42" providerId="ADAL" clId="{44512E4B-6F4F-4567-B244-51929038F2DA}" dt="2026-02-03T08:36:06.007" v="1223" actId="1076"/>
          <ac:picMkLst>
            <pc:docMk/>
            <pc:sldMk cId="564604901" sldId="318"/>
            <ac:picMk id="6" creationId="{FD3FB619-FF2D-4843-F485-B0B04B09A131}"/>
          </ac:picMkLst>
        </pc:picChg>
      </pc:sldChg>
    </pc:docChg>
  </pc:docChgLst>
  <pc:docChgLst>
    <pc:chgData name="Meghana Hemesh Kumar" userId="S::meghana.lnu001@stud.fh-dortmund.de::4dbf4742-f332-4a4a-b972-78931be6dd33" providerId="AD" clId="Web-{D7586A86-AA16-9122-0D58-97245C6A7052}"/>
    <pc:docChg chg="modSld">
      <pc:chgData name="Meghana Hemesh Kumar" userId="S::meghana.lnu001@stud.fh-dortmund.de::4dbf4742-f332-4a4a-b972-78931be6dd33" providerId="AD" clId="Web-{D7586A86-AA16-9122-0D58-97245C6A7052}" dt="2026-02-02T18:15:22.709" v="18" actId="20577"/>
      <pc:docMkLst>
        <pc:docMk/>
      </pc:docMkLst>
      <pc:sldChg chg="modSp">
        <pc:chgData name="Meghana Hemesh Kumar" userId="S::meghana.lnu001@stud.fh-dortmund.de::4dbf4742-f332-4a4a-b972-78931be6dd33" providerId="AD" clId="Web-{D7586A86-AA16-9122-0D58-97245C6A7052}" dt="2026-02-02T18:15:22.709" v="18" actId="20577"/>
        <pc:sldMkLst>
          <pc:docMk/>
          <pc:sldMk cId="1173886611" sldId="283"/>
        </pc:sldMkLst>
        <pc:spChg chg="mod">
          <ac:chgData name="Meghana Hemesh Kumar" userId="S::meghana.lnu001@stud.fh-dortmund.de::4dbf4742-f332-4a4a-b972-78931be6dd33" providerId="AD" clId="Web-{D7586A86-AA16-9122-0D58-97245C6A7052}" dt="2026-02-02T18:15:22.709" v="18" actId="20577"/>
          <ac:spMkLst>
            <pc:docMk/>
            <pc:sldMk cId="1173886611" sldId="283"/>
            <ac:spMk id="3" creationId="{C565F04D-5E40-61DF-B6D4-3E076AC14350}"/>
          </ac:spMkLst>
        </pc:spChg>
      </pc:sldChg>
    </pc:docChg>
  </pc:docChgLst>
  <pc:docChgLst>
    <pc:chgData name="Bernard Widjaja" userId="S::bernard.widjaja001@stud.fh-dortmund.de::aeaa7b53-56ca-45ee-9723-63c27dbb0674" providerId="AD" clId="Web-{3D0B933F-0E1D-D028-59DA-A852BCCE4C3C}"/>
    <pc:docChg chg="addSld modSld sldOrd modMainMaster addSection modSection">
      <pc:chgData name="Bernard Widjaja" userId="S::bernard.widjaja001@stud.fh-dortmund.de::aeaa7b53-56ca-45ee-9723-63c27dbb0674" providerId="AD" clId="Web-{3D0B933F-0E1D-D028-59DA-A852BCCE4C3C}" dt="2026-02-02T19:10:20.731" v="42" actId="20577"/>
      <pc:docMkLst>
        <pc:docMk/>
      </pc:docMkLst>
      <pc:sldChg chg="addSp modSp">
        <pc:chgData name="Bernard Widjaja" userId="S::bernard.widjaja001@stud.fh-dortmund.de::aeaa7b53-56ca-45ee-9723-63c27dbb0674" providerId="AD" clId="Web-{3D0B933F-0E1D-D028-59DA-A852BCCE4C3C}" dt="2026-02-02T19:04:03.443" v="4"/>
        <pc:sldMkLst>
          <pc:docMk/>
          <pc:sldMk cId="175941296" sldId="256"/>
        </pc:sldMkLst>
        <pc:spChg chg="add mod">
          <ac:chgData name="Bernard Widjaja" userId="S::bernard.widjaja001@stud.fh-dortmund.de::aeaa7b53-56ca-45ee-9723-63c27dbb0674" providerId="AD" clId="Web-{3D0B933F-0E1D-D028-59DA-A852BCCE4C3C}" dt="2026-02-02T19:04:03.443" v="4"/>
          <ac:spMkLst>
            <pc:docMk/>
            <pc:sldMk cId="175941296" sldId="256"/>
            <ac:spMk id="6" creationId="{1D884347-8F0B-8EA9-A3E8-DB3AA372298F}"/>
          </ac:spMkLst>
        </pc:spChg>
      </pc:sldChg>
      <pc:sldChg chg="addSp modSp">
        <pc:chgData name="Bernard Widjaja" userId="S::bernard.widjaja001@stud.fh-dortmund.de::aeaa7b53-56ca-45ee-9723-63c27dbb0674" providerId="AD" clId="Web-{3D0B933F-0E1D-D028-59DA-A852BCCE4C3C}" dt="2026-02-02T19:04:06.287" v="5"/>
        <pc:sldMkLst>
          <pc:docMk/>
          <pc:sldMk cId="823144513" sldId="280"/>
        </pc:sldMkLst>
        <pc:spChg chg="add mod">
          <ac:chgData name="Bernard Widjaja" userId="S::bernard.widjaja001@stud.fh-dortmund.de::aeaa7b53-56ca-45ee-9723-63c27dbb0674" providerId="AD" clId="Web-{3D0B933F-0E1D-D028-59DA-A852BCCE4C3C}" dt="2026-02-02T19:04:06.287" v="5"/>
          <ac:spMkLst>
            <pc:docMk/>
            <pc:sldMk cId="823144513" sldId="280"/>
            <ac:spMk id="3" creationId="{A8FD1E98-86C3-A692-90B8-9CC7870453AE}"/>
          </ac:spMkLst>
        </pc:spChg>
      </pc:sldChg>
      <pc:sldChg chg="addSp modSp">
        <pc:chgData name="Bernard Widjaja" userId="S::bernard.widjaja001@stud.fh-dortmund.de::aeaa7b53-56ca-45ee-9723-63c27dbb0674" providerId="AD" clId="Web-{3D0B933F-0E1D-D028-59DA-A852BCCE4C3C}" dt="2026-02-02T19:08:04.882" v="15" actId="20577"/>
        <pc:sldMkLst>
          <pc:docMk/>
          <pc:sldMk cId="2242952801" sldId="281"/>
        </pc:sldMkLst>
        <pc:spChg chg="mod">
          <ac:chgData name="Bernard Widjaja" userId="S::bernard.widjaja001@stud.fh-dortmund.de::aeaa7b53-56ca-45ee-9723-63c27dbb0674" providerId="AD" clId="Web-{3D0B933F-0E1D-D028-59DA-A852BCCE4C3C}" dt="2026-02-02T19:08:04.882" v="15" actId="20577"/>
          <ac:spMkLst>
            <pc:docMk/>
            <pc:sldMk cId="2242952801" sldId="281"/>
            <ac:spMk id="2" creationId="{82A49DAE-B9EB-E8E7-ECBE-D84CFCC6E222}"/>
          </ac:spMkLst>
        </pc:spChg>
        <pc:spChg chg="mod">
          <ac:chgData name="Bernard Widjaja" userId="S::bernard.widjaja001@stud.fh-dortmund.de::aeaa7b53-56ca-45ee-9723-63c27dbb0674" providerId="AD" clId="Web-{3D0B933F-0E1D-D028-59DA-A852BCCE4C3C}" dt="2026-02-02T15:06:23.575" v="1" actId="20577"/>
          <ac:spMkLst>
            <pc:docMk/>
            <pc:sldMk cId="2242952801" sldId="281"/>
            <ac:spMk id="3" creationId="{1B1AC683-FF99-8575-FD4E-D35A46806D15}"/>
          </ac:spMkLst>
        </pc:spChg>
        <pc:spChg chg="add mod">
          <ac:chgData name="Bernard Widjaja" userId="S::bernard.widjaja001@stud.fh-dortmund.de::aeaa7b53-56ca-45ee-9723-63c27dbb0674" providerId="AD" clId="Web-{3D0B933F-0E1D-D028-59DA-A852BCCE4C3C}" dt="2026-02-02T19:04:06.287" v="5"/>
          <ac:spMkLst>
            <pc:docMk/>
            <pc:sldMk cId="2242952801" sldId="281"/>
            <ac:spMk id="4" creationId="{329D3873-A444-E463-B763-B90331E71D68}"/>
          </ac:spMkLst>
        </pc:spChg>
      </pc:sldChg>
      <pc:sldChg chg="addSp modSp">
        <pc:chgData name="Bernard Widjaja" userId="S::bernard.widjaja001@stud.fh-dortmund.de::aeaa7b53-56ca-45ee-9723-63c27dbb0674" providerId="AD" clId="Web-{3D0B933F-0E1D-D028-59DA-A852BCCE4C3C}" dt="2026-02-02T19:10:20.731" v="42" actId="20577"/>
        <pc:sldMkLst>
          <pc:docMk/>
          <pc:sldMk cId="3293549264" sldId="282"/>
        </pc:sldMkLst>
        <pc:spChg chg="mod">
          <ac:chgData name="Bernard Widjaja" userId="S::bernard.widjaja001@stud.fh-dortmund.de::aeaa7b53-56ca-45ee-9723-63c27dbb0674" providerId="AD" clId="Web-{3D0B933F-0E1D-D028-59DA-A852BCCE4C3C}" dt="2026-02-02T19:10:20.731" v="42" actId="20577"/>
          <ac:spMkLst>
            <pc:docMk/>
            <pc:sldMk cId="3293549264" sldId="282"/>
            <ac:spMk id="3" creationId="{5837B09E-BB23-40AF-0991-FC3DBB7E0374}"/>
          </ac:spMkLst>
        </pc:spChg>
        <pc:spChg chg="add mod">
          <ac:chgData name="Bernard Widjaja" userId="S::bernard.widjaja001@stud.fh-dortmund.de::aeaa7b53-56ca-45ee-9723-63c27dbb0674" providerId="AD" clId="Web-{3D0B933F-0E1D-D028-59DA-A852BCCE4C3C}" dt="2026-02-02T19:04:06.287" v="5"/>
          <ac:spMkLst>
            <pc:docMk/>
            <pc:sldMk cId="3293549264" sldId="282"/>
            <ac:spMk id="4" creationId="{9C169E36-DA8E-9923-E4B8-B26FC0F35F61}"/>
          </ac:spMkLst>
        </pc:spChg>
      </pc:sldChg>
      <pc:sldChg chg="addSp modSp ord">
        <pc:chgData name="Bernard Widjaja" userId="S::bernard.widjaja001@stud.fh-dortmund.de::aeaa7b53-56ca-45ee-9723-63c27dbb0674" providerId="AD" clId="Web-{3D0B933F-0E1D-D028-59DA-A852BCCE4C3C}" dt="2026-02-02T19:04:06.287" v="5"/>
        <pc:sldMkLst>
          <pc:docMk/>
          <pc:sldMk cId="1173886611" sldId="283"/>
        </pc:sldMkLst>
        <pc:spChg chg="add mod">
          <ac:chgData name="Bernard Widjaja" userId="S::bernard.widjaja001@stud.fh-dortmund.de::aeaa7b53-56ca-45ee-9723-63c27dbb0674" providerId="AD" clId="Web-{3D0B933F-0E1D-D028-59DA-A852BCCE4C3C}" dt="2026-02-02T19:04:06.287" v="5"/>
          <ac:spMkLst>
            <pc:docMk/>
            <pc:sldMk cId="1173886611" sldId="283"/>
            <ac:spMk id="4" creationId="{603C5F92-BB52-2CB1-6D2A-C35315EB4174}"/>
          </ac:spMkLst>
        </pc:spChg>
      </pc:sldChg>
      <pc:sldChg chg="addSp modSp add replId">
        <pc:chgData name="Bernard Widjaja" userId="S::bernard.widjaja001@stud.fh-dortmund.de::aeaa7b53-56ca-45ee-9723-63c27dbb0674" providerId="AD" clId="Web-{3D0B933F-0E1D-D028-59DA-A852BCCE4C3C}" dt="2026-02-02T19:04:06.287" v="5"/>
        <pc:sldMkLst>
          <pc:docMk/>
          <pc:sldMk cId="2783422703" sldId="284"/>
        </pc:sldMkLst>
        <pc:spChg chg="add mod">
          <ac:chgData name="Bernard Widjaja" userId="S::bernard.widjaja001@stud.fh-dortmund.de::aeaa7b53-56ca-45ee-9723-63c27dbb0674" providerId="AD" clId="Web-{3D0B933F-0E1D-D028-59DA-A852BCCE4C3C}" dt="2026-02-02T19:04:06.287" v="5"/>
          <ac:spMkLst>
            <pc:docMk/>
            <pc:sldMk cId="2783422703" sldId="284"/>
            <ac:spMk id="4" creationId="{6D51EE64-2ABF-660A-DCF9-7610A2D14AD8}"/>
          </ac:spMkLst>
        </pc:spChg>
      </pc:sldChg>
      <pc:sldChg chg="add replId">
        <pc:chgData name="Bernard Widjaja" userId="S::bernard.widjaja001@stud.fh-dortmund.de::aeaa7b53-56ca-45ee-9723-63c27dbb0674" providerId="AD" clId="Web-{3D0B933F-0E1D-D028-59DA-A852BCCE4C3C}" dt="2026-02-02T19:05:46.803" v="6"/>
        <pc:sldMkLst>
          <pc:docMk/>
          <pc:sldMk cId="539696318" sldId="285"/>
        </pc:sldMkLst>
      </pc:sldChg>
      <pc:sldChg chg="modSp add replId">
        <pc:chgData name="Bernard Widjaja" userId="S::bernard.widjaja001@stud.fh-dortmund.de::aeaa7b53-56ca-45ee-9723-63c27dbb0674" providerId="AD" clId="Web-{3D0B933F-0E1D-D028-59DA-A852BCCE4C3C}" dt="2026-02-02T19:08:20.460" v="22" actId="20577"/>
        <pc:sldMkLst>
          <pc:docMk/>
          <pc:sldMk cId="273558123" sldId="286"/>
        </pc:sldMkLst>
        <pc:spChg chg="mod">
          <ac:chgData name="Bernard Widjaja" userId="S::bernard.widjaja001@stud.fh-dortmund.de::aeaa7b53-56ca-45ee-9723-63c27dbb0674" providerId="AD" clId="Web-{3D0B933F-0E1D-D028-59DA-A852BCCE4C3C}" dt="2026-02-02T19:08:20.460" v="22" actId="20577"/>
          <ac:spMkLst>
            <pc:docMk/>
            <pc:sldMk cId="273558123" sldId="286"/>
            <ac:spMk id="2" creationId="{41D8E12F-10FF-6E59-8FA0-9DCE6EF47C37}"/>
          </ac:spMkLst>
        </pc:spChg>
      </pc:sldChg>
      <pc:sldChg chg="modSp add replId">
        <pc:chgData name="Bernard Widjaja" userId="S::bernard.widjaja001@stud.fh-dortmund.de::aeaa7b53-56ca-45ee-9723-63c27dbb0674" providerId="AD" clId="Web-{3D0B933F-0E1D-D028-59DA-A852BCCE4C3C}" dt="2026-02-02T19:08:45.540" v="25" actId="20577"/>
        <pc:sldMkLst>
          <pc:docMk/>
          <pc:sldMk cId="2622530248" sldId="287"/>
        </pc:sldMkLst>
        <pc:spChg chg="mod">
          <ac:chgData name="Bernard Widjaja" userId="S::bernard.widjaja001@stud.fh-dortmund.de::aeaa7b53-56ca-45ee-9723-63c27dbb0674" providerId="AD" clId="Web-{3D0B933F-0E1D-D028-59DA-A852BCCE4C3C}" dt="2026-02-02T19:08:45.540" v="25" actId="20577"/>
          <ac:spMkLst>
            <pc:docMk/>
            <pc:sldMk cId="2622530248" sldId="287"/>
            <ac:spMk id="2" creationId="{39E48C02-0FF9-8AA2-EBF6-C014D7C70490}"/>
          </ac:spMkLst>
        </pc:spChg>
      </pc:sldChg>
      <pc:sldChg chg="modSp add replId">
        <pc:chgData name="Bernard Widjaja" userId="S::bernard.widjaja001@stud.fh-dortmund.de::aeaa7b53-56ca-45ee-9723-63c27dbb0674" providerId="AD" clId="Web-{3D0B933F-0E1D-D028-59DA-A852BCCE4C3C}" dt="2026-02-02T19:08:52.899" v="28" actId="20577"/>
        <pc:sldMkLst>
          <pc:docMk/>
          <pc:sldMk cId="3353689093" sldId="288"/>
        </pc:sldMkLst>
        <pc:spChg chg="mod">
          <ac:chgData name="Bernard Widjaja" userId="S::bernard.widjaja001@stud.fh-dortmund.de::aeaa7b53-56ca-45ee-9723-63c27dbb0674" providerId="AD" clId="Web-{3D0B933F-0E1D-D028-59DA-A852BCCE4C3C}" dt="2026-02-02T19:08:52.899" v="28" actId="20577"/>
          <ac:spMkLst>
            <pc:docMk/>
            <pc:sldMk cId="3353689093" sldId="288"/>
            <ac:spMk id="2" creationId="{0EF97575-7B26-F976-C573-6B8F31EE236C}"/>
          </ac:spMkLst>
        </pc:spChg>
      </pc:sldChg>
      <pc:sldChg chg="modSp add replId">
        <pc:chgData name="Bernard Widjaja" userId="S::bernard.widjaja001@stud.fh-dortmund.de::aeaa7b53-56ca-45ee-9723-63c27dbb0674" providerId="AD" clId="Web-{3D0B933F-0E1D-D028-59DA-A852BCCE4C3C}" dt="2026-02-02T19:08:58.837" v="31" actId="20577"/>
        <pc:sldMkLst>
          <pc:docMk/>
          <pc:sldMk cId="3313440228" sldId="289"/>
        </pc:sldMkLst>
        <pc:spChg chg="mod">
          <ac:chgData name="Bernard Widjaja" userId="S::bernard.widjaja001@stud.fh-dortmund.de::aeaa7b53-56ca-45ee-9723-63c27dbb0674" providerId="AD" clId="Web-{3D0B933F-0E1D-D028-59DA-A852BCCE4C3C}" dt="2026-02-02T19:08:58.837" v="31" actId="20577"/>
          <ac:spMkLst>
            <pc:docMk/>
            <pc:sldMk cId="3313440228" sldId="289"/>
            <ac:spMk id="2" creationId="{57A8525E-0377-9562-1AAF-AF63EF75CE8B}"/>
          </ac:spMkLst>
        </pc:spChg>
      </pc:sldChg>
      <pc:sldChg chg="modSp add replId">
        <pc:chgData name="Bernard Widjaja" userId="S::bernard.widjaja001@stud.fh-dortmund.de::aeaa7b53-56ca-45ee-9723-63c27dbb0674" providerId="AD" clId="Web-{3D0B933F-0E1D-D028-59DA-A852BCCE4C3C}" dt="2026-02-02T19:09:07.697" v="34" actId="20577"/>
        <pc:sldMkLst>
          <pc:docMk/>
          <pc:sldMk cId="1803398172" sldId="290"/>
        </pc:sldMkLst>
        <pc:spChg chg="mod">
          <ac:chgData name="Bernard Widjaja" userId="S::bernard.widjaja001@stud.fh-dortmund.de::aeaa7b53-56ca-45ee-9723-63c27dbb0674" providerId="AD" clId="Web-{3D0B933F-0E1D-D028-59DA-A852BCCE4C3C}" dt="2026-02-02T19:09:07.697" v="34" actId="20577"/>
          <ac:spMkLst>
            <pc:docMk/>
            <pc:sldMk cId="1803398172" sldId="290"/>
            <ac:spMk id="2" creationId="{A9D6CEB4-30FB-1A50-EE98-6C98EA83F43C}"/>
          </ac:spMkLst>
        </pc:spChg>
      </pc:sldChg>
      <pc:sldMasterChg chg="mod modSldLayout">
        <pc:chgData name="Bernard Widjaja" userId="S::bernard.widjaja001@stud.fh-dortmund.de::aeaa7b53-56ca-45ee-9723-63c27dbb0674" providerId="AD" clId="Web-{3D0B933F-0E1D-D028-59DA-A852BCCE4C3C}" dt="2026-02-02T19:04:06.287" v="5"/>
        <pc:sldMasterMkLst>
          <pc:docMk/>
          <pc:sldMasterMk cId="2466570178" sldId="2147483648"/>
        </pc:sldMasterMkLst>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160532057" sldId="2147483649"/>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1618398051" sldId="2147483650"/>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2361303697" sldId="2147483651"/>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1872954036" sldId="2147483652"/>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169165784" sldId="2147483653"/>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3477546139" sldId="2147483654"/>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190514422" sldId="2147483655"/>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2410659661" sldId="2147483656"/>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3802089016" sldId="2147483657"/>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409212294" sldId="2147483658"/>
          </pc:sldLayoutMkLst>
        </pc:sldLayoutChg>
        <pc:sldLayoutChg chg="mod">
          <pc:chgData name="Bernard Widjaja" userId="S::bernard.widjaja001@stud.fh-dortmund.de::aeaa7b53-56ca-45ee-9723-63c27dbb0674" providerId="AD" clId="Web-{3D0B933F-0E1D-D028-59DA-A852BCCE4C3C}" dt="2026-02-02T19:04:06.287" v="5"/>
          <pc:sldLayoutMkLst>
            <pc:docMk/>
            <pc:sldMasterMk cId="2466570178" sldId="2147483648"/>
            <pc:sldLayoutMk cId="3487571747" sldId="2147483659"/>
          </pc:sldLayoutMkLst>
        </pc:sldLayoutChg>
      </pc:sldMasterChg>
    </pc:docChg>
  </pc:docChgLst>
  <pc:docChgLst>
    <pc:chgData name="Meghana Hemesh Kumar" userId="S::meghana.lnu001@stud.fh-dortmund.de::4dbf4742-f332-4a4a-b972-78931be6dd33" providerId="AD" clId="Web-{0CACC5C9-4516-CAA6-2DDA-CC1230FEFF1E}"/>
    <pc:docChg chg="addSld delSld modSld modSection">
      <pc:chgData name="Meghana Hemesh Kumar" userId="S::meghana.lnu001@stud.fh-dortmund.de::4dbf4742-f332-4a4a-b972-78931be6dd33" providerId="AD" clId="Web-{0CACC5C9-4516-CAA6-2DDA-CC1230FEFF1E}" dt="2026-02-02T21:58:34.872" v="338" actId="20577"/>
      <pc:docMkLst>
        <pc:docMk/>
      </pc:docMkLst>
      <pc:sldChg chg="addSp delSp modSp">
        <pc:chgData name="Meghana Hemesh Kumar" userId="S::meghana.lnu001@stud.fh-dortmund.de::4dbf4742-f332-4a4a-b972-78931be6dd33" providerId="AD" clId="Web-{0CACC5C9-4516-CAA6-2DDA-CC1230FEFF1E}" dt="2026-02-02T21:41:43.624" v="333"/>
        <pc:sldMkLst>
          <pc:docMk/>
          <pc:sldMk cId="2242952801" sldId="281"/>
        </pc:sldMkLst>
        <pc:spChg chg="mod">
          <ac:chgData name="Meghana Hemesh Kumar" userId="S::meghana.lnu001@stud.fh-dortmund.de::4dbf4742-f332-4a4a-b972-78931be6dd33" providerId="AD" clId="Web-{0CACC5C9-4516-CAA6-2DDA-CC1230FEFF1E}" dt="2026-02-02T21:41:43.624" v="333"/>
          <ac:spMkLst>
            <pc:docMk/>
            <pc:sldMk cId="2242952801" sldId="281"/>
            <ac:spMk id="2" creationId="{82A49DAE-B9EB-E8E7-ECBE-D84CFCC6E222}"/>
          </ac:spMkLst>
        </pc:spChg>
        <pc:spChg chg="del">
          <ac:chgData name="Meghana Hemesh Kumar" userId="S::meghana.lnu001@stud.fh-dortmund.de::4dbf4742-f332-4a4a-b972-78931be6dd33" providerId="AD" clId="Web-{0CACC5C9-4516-CAA6-2DDA-CC1230FEFF1E}" dt="2026-02-02T21:41:43.624" v="333"/>
          <ac:spMkLst>
            <pc:docMk/>
            <pc:sldMk cId="2242952801" sldId="281"/>
            <ac:spMk id="3" creationId="{1B1AC683-FF99-8575-FD4E-D35A46806D15}"/>
          </ac:spMkLst>
        </pc:spChg>
        <pc:spChg chg="mod">
          <ac:chgData name="Meghana Hemesh Kumar" userId="S::meghana.lnu001@stud.fh-dortmund.de::4dbf4742-f332-4a4a-b972-78931be6dd33" providerId="AD" clId="Web-{0CACC5C9-4516-CAA6-2DDA-CC1230FEFF1E}" dt="2026-02-02T21:41:43.624" v="333"/>
          <ac:spMkLst>
            <pc:docMk/>
            <pc:sldMk cId="2242952801" sldId="281"/>
            <ac:spMk id="4" creationId="{329D3873-A444-E463-B763-B90331E71D68}"/>
          </ac:spMkLst>
        </pc:spChg>
        <pc:picChg chg="add">
          <ac:chgData name="Meghana Hemesh Kumar" userId="S::meghana.lnu001@stud.fh-dortmund.de::4dbf4742-f332-4a4a-b972-78931be6dd33" providerId="AD" clId="Web-{0CACC5C9-4516-CAA6-2DDA-CC1230FEFF1E}" dt="2026-02-02T21:41:43.624" v="333"/>
          <ac:picMkLst>
            <pc:docMk/>
            <pc:sldMk cId="2242952801" sldId="281"/>
            <ac:picMk id="6" creationId="{A70E0113-1941-9536-53BC-FC858F25364C}"/>
          </ac:picMkLst>
        </pc:picChg>
      </pc:sldChg>
      <pc:sldChg chg="modSp">
        <pc:chgData name="Meghana Hemesh Kumar" userId="S::meghana.lnu001@stud.fh-dortmund.de::4dbf4742-f332-4a4a-b972-78931be6dd33" providerId="AD" clId="Web-{0CACC5C9-4516-CAA6-2DDA-CC1230FEFF1E}" dt="2026-02-02T20:01:01.375" v="3" actId="20577"/>
        <pc:sldMkLst>
          <pc:docMk/>
          <pc:sldMk cId="1173886611" sldId="283"/>
        </pc:sldMkLst>
        <pc:spChg chg="mod">
          <ac:chgData name="Meghana Hemesh Kumar" userId="S::meghana.lnu001@stud.fh-dortmund.de::4dbf4742-f332-4a4a-b972-78931be6dd33" providerId="AD" clId="Web-{0CACC5C9-4516-CAA6-2DDA-CC1230FEFF1E}" dt="2026-02-02T20:01:01.375" v="3" actId="20577"/>
          <ac:spMkLst>
            <pc:docMk/>
            <pc:sldMk cId="1173886611" sldId="283"/>
            <ac:spMk id="3" creationId="{C565F04D-5E40-61DF-B6D4-3E076AC14350}"/>
          </ac:spMkLst>
        </pc:spChg>
      </pc:sldChg>
      <pc:sldChg chg="modSp">
        <pc:chgData name="Meghana Hemesh Kumar" userId="S::meghana.lnu001@stud.fh-dortmund.de::4dbf4742-f332-4a4a-b972-78931be6dd33" providerId="AD" clId="Web-{0CACC5C9-4516-CAA6-2DDA-CC1230FEFF1E}" dt="2026-02-02T21:18:11.505" v="120"/>
        <pc:sldMkLst>
          <pc:docMk/>
          <pc:sldMk cId="2783422703" sldId="284"/>
        </pc:sldMkLst>
        <pc:graphicFrameChg chg="mod modGraphic">
          <ac:chgData name="Meghana Hemesh Kumar" userId="S::meghana.lnu001@stud.fh-dortmund.de::4dbf4742-f332-4a4a-b972-78931be6dd33" providerId="AD" clId="Web-{0CACC5C9-4516-CAA6-2DDA-CC1230FEFF1E}" dt="2026-02-02T21:18:11.505" v="120"/>
          <ac:graphicFrameMkLst>
            <pc:docMk/>
            <pc:sldMk cId="2783422703" sldId="284"/>
            <ac:graphicFrameMk id="5" creationId="{0AC34A04-2FB0-7FCF-C5D4-18910E613C22}"/>
          </ac:graphicFrameMkLst>
        </pc:graphicFrameChg>
      </pc:sldChg>
      <pc:sldChg chg="addSp delSp modSp">
        <pc:chgData name="Meghana Hemesh Kumar" userId="S::meghana.lnu001@stud.fh-dortmund.de::4dbf4742-f332-4a4a-b972-78931be6dd33" providerId="AD" clId="Web-{0CACC5C9-4516-CAA6-2DDA-CC1230FEFF1E}" dt="2026-02-02T21:30:13.636" v="308" actId="1076"/>
        <pc:sldMkLst>
          <pc:docMk/>
          <pc:sldMk cId="539696318" sldId="285"/>
        </pc:sldMkLst>
        <pc:spChg chg="del">
          <ac:chgData name="Meghana Hemesh Kumar" userId="S::meghana.lnu001@stud.fh-dortmund.de::4dbf4742-f332-4a4a-b972-78931be6dd33" providerId="AD" clId="Web-{0CACC5C9-4516-CAA6-2DDA-CC1230FEFF1E}" dt="2026-02-02T21:28:51.791" v="302"/>
          <ac:spMkLst>
            <pc:docMk/>
            <pc:sldMk cId="539696318" sldId="285"/>
            <ac:spMk id="3" creationId="{BCB75CFF-188E-1039-791D-167A7950802B}"/>
          </ac:spMkLst>
        </pc:spChg>
        <pc:picChg chg="add mod modCrop">
          <ac:chgData name="Meghana Hemesh Kumar" userId="S::meghana.lnu001@stud.fh-dortmund.de::4dbf4742-f332-4a4a-b972-78931be6dd33" providerId="AD" clId="Web-{0CACC5C9-4516-CAA6-2DDA-CC1230FEFF1E}" dt="2026-02-02T21:29:44.245" v="306" actId="1076"/>
          <ac:picMkLst>
            <pc:docMk/>
            <pc:sldMk cId="539696318" sldId="285"/>
            <ac:picMk id="5" creationId="{2FFE49FA-E618-B9B2-A114-1F18EE8A0AE9}"/>
          </ac:picMkLst>
        </pc:picChg>
        <pc:picChg chg="add mod">
          <ac:chgData name="Meghana Hemesh Kumar" userId="S::meghana.lnu001@stud.fh-dortmund.de::4dbf4742-f332-4a4a-b972-78931be6dd33" providerId="AD" clId="Web-{0CACC5C9-4516-CAA6-2DDA-CC1230FEFF1E}" dt="2026-02-02T21:30:13.636" v="308" actId="1076"/>
          <ac:picMkLst>
            <pc:docMk/>
            <pc:sldMk cId="539696318" sldId="285"/>
            <ac:picMk id="6" creationId="{08A78A7E-D278-2C6C-490E-43A9F7B9B8F5}"/>
          </ac:picMkLst>
        </pc:picChg>
      </pc:sldChg>
      <pc:sldChg chg="modSp">
        <pc:chgData name="Meghana Hemesh Kumar" userId="S::meghana.lnu001@stud.fh-dortmund.de::4dbf4742-f332-4a4a-b972-78931be6dd33" providerId="AD" clId="Web-{0CACC5C9-4516-CAA6-2DDA-CC1230FEFF1E}" dt="2026-02-02T21:58:34.872" v="338" actId="20577"/>
        <pc:sldMkLst>
          <pc:docMk/>
          <pc:sldMk cId="273558123" sldId="286"/>
        </pc:sldMkLst>
        <pc:spChg chg="mod">
          <ac:chgData name="Meghana Hemesh Kumar" userId="S::meghana.lnu001@stud.fh-dortmund.de::4dbf4742-f332-4a4a-b972-78931be6dd33" providerId="AD" clId="Web-{0CACC5C9-4516-CAA6-2DDA-CC1230FEFF1E}" dt="2026-02-02T21:58:34.872" v="338" actId="20577"/>
          <ac:spMkLst>
            <pc:docMk/>
            <pc:sldMk cId="273558123" sldId="286"/>
            <ac:spMk id="3" creationId="{28D4AA30-C2E5-D14A-ADE0-571740DF2C4C}"/>
          </ac:spMkLst>
        </pc:spChg>
      </pc:sldChg>
      <pc:sldChg chg="addSp modSp">
        <pc:chgData name="Meghana Hemesh Kumar" userId="S::meghana.lnu001@stud.fh-dortmund.de::4dbf4742-f332-4a4a-b972-78931be6dd33" providerId="AD" clId="Web-{0CACC5C9-4516-CAA6-2DDA-CC1230FEFF1E}" dt="2026-02-02T21:32:05.747" v="331" actId="1076"/>
        <pc:sldMkLst>
          <pc:docMk/>
          <pc:sldMk cId="2723942278" sldId="291"/>
        </pc:sldMkLst>
        <pc:spChg chg="mod">
          <ac:chgData name="Meghana Hemesh Kumar" userId="S::meghana.lnu001@stud.fh-dortmund.de::4dbf4742-f332-4a4a-b972-78931be6dd33" providerId="AD" clId="Web-{0CACC5C9-4516-CAA6-2DDA-CC1230FEFF1E}" dt="2026-02-02T21:30:47.574" v="329" actId="20577"/>
          <ac:spMkLst>
            <pc:docMk/>
            <pc:sldMk cId="2723942278" sldId="291"/>
            <ac:spMk id="3" creationId="{D52A73F7-015C-3E93-6405-F2B8A84B96A2}"/>
          </ac:spMkLst>
        </pc:spChg>
        <pc:picChg chg="add mod">
          <ac:chgData name="Meghana Hemesh Kumar" userId="S::meghana.lnu001@stud.fh-dortmund.de::4dbf4742-f332-4a4a-b972-78931be6dd33" providerId="AD" clId="Web-{0CACC5C9-4516-CAA6-2DDA-CC1230FEFF1E}" dt="2026-02-02T21:32:05.747" v="331" actId="1076"/>
          <ac:picMkLst>
            <pc:docMk/>
            <pc:sldMk cId="2723942278" sldId="291"/>
            <ac:picMk id="5" creationId="{C79DC993-7196-9F1A-8653-8FA53E4CFDCC}"/>
          </ac:picMkLst>
        </pc:picChg>
      </pc:sldChg>
      <pc:sldChg chg="addSp delSp modSp">
        <pc:chgData name="Meghana Hemesh Kumar" userId="S::meghana.lnu001@stud.fh-dortmund.de::4dbf4742-f332-4a4a-b972-78931be6dd33" providerId="AD" clId="Web-{0CACC5C9-4516-CAA6-2DDA-CC1230FEFF1E}" dt="2026-02-02T21:07:42.046" v="5"/>
        <pc:sldMkLst>
          <pc:docMk/>
          <pc:sldMk cId="204718070" sldId="292"/>
        </pc:sldMkLst>
        <pc:spChg chg="del">
          <ac:chgData name="Meghana Hemesh Kumar" userId="S::meghana.lnu001@stud.fh-dortmund.de::4dbf4742-f332-4a4a-b972-78931be6dd33" providerId="AD" clId="Web-{0CACC5C9-4516-CAA6-2DDA-CC1230FEFF1E}" dt="2026-02-02T21:07:38.281" v="4"/>
          <ac:spMkLst>
            <pc:docMk/>
            <pc:sldMk cId="204718070" sldId="292"/>
            <ac:spMk id="3" creationId="{95EE08F0-B294-B746-C348-D23EDE39BE5B}"/>
          </ac:spMkLst>
        </pc:spChg>
        <pc:picChg chg="add mod ord">
          <ac:chgData name="Meghana Hemesh Kumar" userId="S::meghana.lnu001@stud.fh-dortmund.de::4dbf4742-f332-4a4a-b972-78931be6dd33" providerId="AD" clId="Web-{0CACC5C9-4516-CAA6-2DDA-CC1230FEFF1E}" dt="2026-02-02T21:07:42.046" v="5"/>
          <ac:picMkLst>
            <pc:docMk/>
            <pc:sldMk cId="204718070" sldId="292"/>
            <ac:picMk id="5" creationId="{6C8FFB0A-3389-34BA-6795-34987E78C95F}"/>
          </ac:picMkLst>
        </pc:picChg>
      </pc:sldChg>
      <pc:sldChg chg="modSp">
        <pc:chgData name="Meghana Hemesh Kumar" userId="S::meghana.lnu001@stud.fh-dortmund.de::4dbf4742-f332-4a4a-b972-78931be6dd33" providerId="AD" clId="Web-{0CACC5C9-4516-CAA6-2DDA-CC1230FEFF1E}" dt="2026-02-02T21:28:13.868" v="301" actId="20577"/>
        <pc:sldMkLst>
          <pc:docMk/>
          <pc:sldMk cId="2374699784" sldId="295"/>
        </pc:sldMkLst>
        <pc:spChg chg="mod">
          <ac:chgData name="Meghana Hemesh Kumar" userId="S::meghana.lnu001@stud.fh-dortmund.de::4dbf4742-f332-4a4a-b972-78931be6dd33" providerId="AD" clId="Web-{0CACC5C9-4516-CAA6-2DDA-CC1230FEFF1E}" dt="2026-02-02T21:28:13.868" v="301" actId="20577"/>
          <ac:spMkLst>
            <pc:docMk/>
            <pc:sldMk cId="2374699784" sldId="295"/>
            <ac:spMk id="3" creationId="{4B29D078-DF4D-689C-9E9C-8AFE77F0CCC8}"/>
          </ac:spMkLst>
        </pc:spChg>
      </pc:sldChg>
      <pc:sldChg chg="addSp delSp modSp mod modClrScheme chgLayout">
        <pc:chgData name="Meghana Hemesh Kumar" userId="S::meghana.lnu001@stud.fh-dortmund.de::4dbf4742-f332-4a4a-b972-78931be6dd33" providerId="AD" clId="Web-{0CACC5C9-4516-CAA6-2DDA-CC1230FEFF1E}" dt="2026-02-02T21:14:42.675" v="70" actId="20577"/>
        <pc:sldMkLst>
          <pc:docMk/>
          <pc:sldMk cId="2186660148" sldId="296"/>
        </pc:sldMkLst>
        <pc:spChg chg="mod">
          <ac:chgData name="Meghana Hemesh Kumar" userId="S::meghana.lnu001@stud.fh-dortmund.de::4dbf4742-f332-4a4a-b972-78931be6dd33" providerId="AD" clId="Web-{0CACC5C9-4516-CAA6-2DDA-CC1230FEFF1E}" dt="2026-02-02T21:10:09.734" v="10"/>
          <ac:spMkLst>
            <pc:docMk/>
            <pc:sldMk cId="2186660148" sldId="296"/>
            <ac:spMk id="2" creationId="{596AFD28-62D2-A0E4-2B50-34DAA06C4373}"/>
          </ac:spMkLst>
        </pc:spChg>
        <pc:spChg chg="del">
          <ac:chgData name="Meghana Hemesh Kumar" userId="S::meghana.lnu001@stud.fh-dortmund.de::4dbf4742-f332-4a4a-b972-78931be6dd33" providerId="AD" clId="Web-{0CACC5C9-4516-CAA6-2DDA-CC1230FEFF1E}" dt="2026-02-02T21:09:43.500" v="8"/>
          <ac:spMkLst>
            <pc:docMk/>
            <pc:sldMk cId="2186660148" sldId="296"/>
            <ac:spMk id="3" creationId="{445E9062-63B0-4520-0B3F-55567973AEF6}"/>
          </ac:spMkLst>
        </pc:spChg>
        <pc:spChg chg="mod">
          <ac:chgData name="Meghana Hemesh Kumar" userId="S::meghana.lnu001@stud.fh-dortmund.de::4dbf4742-f332-4a4a-b972-78931be6dd33" providerId="AD" clId="Web-{0CACC5C9-4516-CAA6-2DDA-CC1230FEFF1E}" dt="2026-02-02T21:10:09.734" v="10"/>
          <ac:spMkLst>
            <pc:docMk/>
            <pc:sldMk cId="2186660148" sldId="296"/>
            <ac:spMk id="4" creationId="{84FA4DF2-1B7D-6FFA-978F-F01832C0A376}"/>
          </ac:spMkLst>
        </pc:spChg>
        <pc:spChg chg="add del">
          <ac:chgData name="Meghana Hemesh Kumar" userId="S::meghana.lnu001@stud.fh-dortmund.de::4dbf4742-f332-4a4a-b972-78931be6dd33" providerId="AD" clId="Web-{0CACC5C9-4516-CAA6-2DDA-CC1230FEFF1E}" dt="2026-02-02T21:11:03.813" v="15"/>
          <ac:spMkLst>
            <pc:docMk/>
            <pc:sldMk cId="2186660148" sldId="296"/>
            <ac:spMk id="6" creationId="{BC5F3005-28AD-F2BE-4F26-E595E450BA99}"/>
          </ac:spMkLst>
        </pc:spChg>
        <pc:spChg chg="add mod">
          <ac:chgData name="Meghana Hemesh Kumar" userId="S::meghana.lnu001@stud.fh-dortmund.de::4dbf4742-f332-4a4a-b972-78931be6dd33" providerId="AD" clId="Web-{0CACC5C9-4516-CAA6-2DDA-CC1230FEFF1E}" dt="2026-02-02T21:14:42.675" v="70" actId="20577"/>
          <ac:spMkLst>
            <pc:docMk/>
            <pc:sldMk cId="2186660148" sldId="296"/>
            <ac:spMk id="8" creationId="{A8EC2D71-CC6F-01B6-383B-5F49A4BE453F}"/>
          </ac:spMkLst>
        </pc:spChg>
        <pc:spChg chg="add del mod">
          <ac:chgData name="Meghana Hemesh Kumar" userId="S::meghana.lnu001@stud.fh-dortmund.de::4dbf4742-f332-4a4a-b972-78931be6dd33" providerId="AD" clId="Web-{0CACC5C9-4516-CAA6-2DDA-CC1230FEFF1E}" dt="2026-02-02T21:10:09.734" v="10"/>
          <ac:spMkLst>
            <pc:docMk/>
            <pc:sldMk cId="2186660148" sldId="296"/>
            <ac:spMk id="10" creationId="{D363EBAC-654B-A1F8-6709-AF3C18800411}"/>
          </ac:spMkLst>
        </pc:spChg>
        <pc:picChg chg="add mod ord">
          <ac:chgData name="Meghana Hemesh Kumar" userId="S::meghana.lnu001@stud.fh-dortmund.de::4dbf4742-f332-4a4a-b972-78931be6dd33" providerId="AD" clId="Web-{0CACC5C9-4516-CAA6-2DDA-CC1230FEFF1E}" dt="2026-02-02T21:13:51.799" v="60" actId="14100"/>
          <ac:picMkLst>
            <pc:docMk/>
            <pc:sldMk cId="2186660148" sldId="296"/>
            <ac:picMk id="5" creationId="{9531C7A7-3816-C257-3FAE-74E002A49054}"/>
          </ac:picMkLst>
        </pc:picChg>
        <pc:picChg chg="add del mod">
          <ac:chgData name="Meghana Hemesh Kumar" userId="S::meghana.lnu001@stud.fh-dortmund.de::4dbf4742-f332-4a4a-b972-78931be6dd33" providerId="AD" clId="Web-{0CACC5C9-4516-CAA6-2DDA-CC1230FEFF1E}" dt="2026-02-02T21:10:48.609" v="14"/>
          <ac:picMkLst>
            <pc:docMk/>
            <pc:sldMk cId="2186660148" sldId="296"/>
            <ac:picMk id="7" creationId="{EC5795BB-4D2D-813F-FF1D-9834DD111426}"/>
          </ac:picMkLst>
        </pc:picChg>
      </pc:sldChg>
      <pc:sldChg chg="addSp delSp modSp">
        <pc:chgData name="Meghana Hemesh Kumar" userId="S::meghana.lnu001@stud.fh-dortmund.de::4dbf4742-f332-4a4a-b972-78931be6dd33" providerId="AD" clId="Web-{0CACC5C9-4516-CAA6-2DDA-CC1230FEFF1E}" dt="2026-02-02T21:41:31.921" v="332"/>
        <pc:sldMkLst>
          <pc:docMk/>
          <pc:sldMk cId="1616769374" sldId="297"/>
        </pc:sldMkLst>
        <pc:spChg chg="mod">
          <ac:chgData name="Meghana Hemesh Kumar" userId="S::meghana.lnu001@stud.fh-dortmund.de::4dbf4742-f332-4a4a-b972-78931be6dd33" providerId="AD" clId="Web-{0CACC5C9-4516-CAA6-2DDA-CC1230FEFF1E}" dt="2026-02-02T21:41:31.921" v="332"/>
          <ac:spMkLst>
            <pc:docMk/>
            <pc:sldMk cId="1616769374" sldId="297"/>
            <ac:spMk id="2" creationId="{CCD9D7DF-3B77-357B-3AE5-8FCB740CBF37}"/>
          </ac:spMkLst>
        </pc:spChg>
        <pc:spChg chg="del">
          <ac:chgData name="Meghana Hemesh Kumar" userId="S::meghana.lnu001@stud.fh-dortmund.de::4dbf4742-f332-4a4a-b972-78931be6dd33" providerId="AD" clId="Web-{0CACC5C9-4516-CAA6-2DDA-CC1230FEFF1E}" dt="2026-02-02T21:41:31.921" v="332"/>
          <ac:spMkLst>
            <pc:docMk/>
            <pc:sldMk cId="1616769374" sldId="297"/>
            <ac:spMk id="3" creationId="{9EF82165-FFA5-2809-993A-DD8382BAC84C}"/>
          </ac:spMkLst>
        </pc:spChg>
        <pc:spChg chg="mod">
          <ac:chgData name="Meghana Hemesh Kumar" userId="S::meghana.lnu001@stud.fh-dortmund.de::4dbf4742-f332-4a4a-b972-78931be6dd33" providerId="AD" clId="Web-{0CACC5C9-4516-CAA6-2DDA-CC1230FEFF1E}" dt="2026-02-02T21:41:31.921" v="332"/>
          <ac:spMkLst>
            <pc:docMk/>
            <pc:sldMk cId="1616769374" sldId="297"/>
            <ac:spMk id="4" creationId="{FA6940E6-EE48-9A1F-021D-27D01DBE433F}"/>
          </ac:spMkLst>
        </pc:spChg>
        <pc:picChg chg="add">
          <ac:chgData name="Meghana Hemesh Kumar" userId="S::meghana.lnu001@stud.fh-dortmund.de::4dbf4742-f332-4a4a-b972-78931be6dd33" providerId="AD" clId="Web-{0CACC5C9-4516-CAA6-2DDA-CC1230FEFF1E}" dt="2026-02-02T21:41:31.921" v="332"/>
          <ac:picMkLst>
            <pc:docMk/>
            <pc:sldMk cId="1616769374" sldId="297"/>
            <ac:picMk id="6" creationId="{46A400F9-C4E6-F623-8733-AAC127628729}"/>
          </ac:picMkLst>
        </pc:picChg>
      </pc:sldChg>
      <pc:sldChg chg="addSp delSp modSp add replId">
        <pc:chgData name="Meghana Hemesh Kumar" userId="S::meghana.lnu001@stud.fh-dortmund.de::4dbf4742-f332-4a4a-b972-78931be6dd33" providerId="AD" clId="Web-{0CACC5C9-4516-CAA6-2DDA-CC1230FEFF1E}" dt="2026-02-02T21:17:33.473" v="102" actId="1076"/>
        <pc:sldMkLst>
          <pc:docMk/>
          <pc:sldMk cId="1005893961" sldId="301"/>
        </pc:sldMkLst>
        <pc:spChg chg="add del mod">
          <ac:chgData name="Meghana Hemesh Kumar" userId="S::meghana.lnu001@stud.fh-dortmund.de::4dbf4742-f332-4a4a-b972-78931be6dd33" providerId="AD" clId="Web-{0CACC5C9-4516-CAA6-2DDA-CC1230FEFF1E}" dt="2026-02-02T21:15:57.941" v="81"/>
          <ac:spMkLst>
            <pc:docMk/>
            <pc:sldMk cId="1005893961" sldId="301"/>
            <ac:spMk id="6" creationId="{986BF260-879F-0587-D122-ED28A373E610}"/>
          </ac:spMkLst>
        </pc:spChg>
        <pc:spChg chg="mod">
          <ac:chgData name="Meghana Hemesh Kumar" userId="S::meghana.lnu001@stud.fh-dortmund.de::4dbf4742-f332-4a4a-b972-78931be6dd33" providerId="AD" clId="Web-{0CACC5C9-4516-CAA6-2DDA-CC1230FEFF1E}" dt="2026-02-02T21:17:21.598" v="101" actId="20577"/>
          <ac:spMkLst>
            <pc:docMk/>
            <pc:sldMk cId="1005893961" sldId="301"/>
            <ac:spMk id="8" creationId="{68E54A7E-C0BC-0141-38B2-DF21BBE70C01}"/>
          </ac:spMkLst>
        </pc:spChg>
        <pc:picChg chg="del">
          <ac:chgData name="Meghana Hemesh Kumar" userId="S::meghana.lnu001@stud.fh-dortmund.de::4dbf4742-f332-4a4a-b972-78931be6dd33" providerId="AD" clId="Web-{0CACC5C9-4516-CAA6-2DDA-CC1230FEFF1E}" dt="2026-02-02T21:15:56.879" v="80"/>
          <ac:picMkLst>
            <pc:docMk/>
            <pc:sldMk cId="1005893961" sldId="301"/>
            <ac:picMk id="5" creationId="{5444C399-9EF0-F6ED-8AE7-BD7C1C25BFA4}"/>
          </ac:picMkLst>
        </pc:picChg>
        <pc:picChg chg="add mod ord">
          <ac:chgData name="Meghana Hemesh Kumar" userId="S::meghana.lnu001@stud.fh-dortmund.de::4dbf4742-f332-4a4a-b972-78931be6dd33" providerId="AD" clId="Web-{0CACC5C9-4516-CAA6-2DDA-CC1230FEFF1E}" dt="2026-02-02T21:17:33.473" v="102" actId="1076"/>
          <ac:picMkLst>
            <pc:docMk/>
            <pc:sldMk cId="1005893961" sldId="301"/>
            <ac:picMk id="7" creationId="{0DA7CD4E-DBA4-A898-3E74-238784144873}"/>
          </ac:picMkLst>
        </pc:picChg>
      </pc:sldChg>
      <pc:sldChg chg="new del">
        <pc:chgData name="Meghana Hemesh Kumar" userId="S::meghana.lnu001@stud.fh-dortmund.de::4dbf4742-f332-4a4a-b972-78931be6dd33" providerId="AD" clId="Web-{0CACC5C9-4516-CAA6-2DDA-CC1230FEFF1E}" dt="2026-02-02T21:09:31.437" v="7"/>
        <pc:sldMkLst>
          <pc:docMk/>
          <pc:sldMk cId="1064264400"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B5B916-7181-490C-9139-A8A8AD625E5D}"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8FE7F-BED8-45BE-A40E-6467F72892E3}" type="slidenum">
              <a:rPr lang="en-US" smtClean="0"/>
              <a:t>‹#›</a:t>
            </a:fld>
            <a:endParaRPr lang="en-US"/>
          </a:p>
        </p:txBody>
      </p:sp>
    </p:spTree>
    <p:extLst>
      <p:ext uri="{BB962C8B-B14F-4D97-AF65-F5344CB8AC3E}">
        <p14:creationId xmlns:p14="http://schemas.microsoft.com/office/powerpoint/2010/main" val="2012543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everyone.  My Name is Mohammed </a:t>
            </a:r>
            <a:r>
              <a:rPr lang="en-US" err="1"/>
              <a:t>Saidur</a:t>
            </a:r>
            <a:r>
              <a:rPr lang="en-US"/>
              <a:t> Rahman. I am a first semester ESE student. </a:t>
            </a:r>
          </a:p>
          <a:p>
            <a:br>
              <a:rPr lang="en-US"/>
            </a:br>
            <a:r>
              <a:rPr lang="en-US"/>
              <a:t>As international students in Germany, most of us are learning German alongside our studies. I have been living in Germany for almost 6 years. I thought my German learning experience and methods might help you in your journey. </a:t>
            </a:r>
          </a:p>
          <a:p>
            <a:endParaRPr lang="en-US"/>
          </a:p>
          <a:p>
            <a:r>
              <a:rPr lang="en-US"/>
              <a:t>In  This presentation I will talk about how I practice German as part of everyday life  without feeling bored, burned out, or overwhelmed. I’ll share some apps, media, and simple habits that helped me integrate German naturally into my daily routine.</a:t>
            </a:r>
          </a:p>
        </p:txBody>
      </p:sp>
      <p:sp>
        <p:nvSpPr>
          <p:cNvPr id="4" name="Slide Number Placeholder 3"/>
          <p:cNvSpPr>
            <a:spLocks noGrp="1"/>
          </p:cNvSpPr>
          <p:nvPr>
            <p:ph type="sldNum" sz="quarter" idx="5"/>
          </p:nvPr>
        </p:nvSpPr>
        <p:spPr/>
        <p:txBody>
          <a:bodyPr/>
          <a:lstStyle/>
          <a:p>
            <a:fld id="{8958FE7F-BED8-45BE-A40E-6467F72892E3}" type="slidenum">
              <a:rPr lang="en-US" smtClean="0"/>
              <a:t>1</a:t>
            </a:fld>
            <a:endParaRPr lang="en-US"/>
          </a:p>
        </p:txBody>
      </p:sp>
    </p:spTree>
    <p:extLst>
      <p:ext uri="{BB962C8B-B14F-4D97-AF65-F5344CB8AC3E}">
        <p14:creationId xmlns:p14="http://schemas.microsoft.com/office/powerpoint/2010/main" val="4066683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chemeClr val="accent1"/>
                </a:solidFill>
              </a:rPr>
              <a:t>CLOCK_THREAD_CPUTIME_ID </a:t>
            </a:r>
            <a:r>
              <a:rPr lang="en-US"/>
              <a:t>captures CPU time only (excludes blocking on sockets/sleeps) and is the right input for </a:t>
            </a:r>
            <a:r>
              <a:rPr lang="en-US" err="1"/>
              <a:t>schedulability</a:t>
            </a:r>
            <a:r>
              <a:rPr lang="en-US"/>
              <a:t> equations.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t>Margin</a:t>
            </a:r>
            <a:r>
              <a:rPr lang="en-US"/>
              <a:t>: </a:t>
            </a:r>
            <a:r>
              <a:rPr lang="en-US" sz="1200" b="0" i="0" kern="1200">
                <a:solidFill>
                  <a:schemeClr val="tx1"/>
                </a:solidFill>
                <a:effectLst/>
                <a:latin typeface="+mn-lt"/>
                <a:ea typeface="+mn-ea"/>
                <a:cs typeface="+mn-cs"/>
              </a:rPr>
              <a:t>Used </a:t>
            </a:r>
            <a:r>
              <a:rPr lang="en-US" sz="1200" b="1" i="0" kern="1200">
                <a:solidFill>
                  <a:schemeClr val="tx1"/>
                </a:solidFill>
                <a:effectLst/>
                <a:latin typeface="+mn-lt"/>
                <a:ea typeface="+mn-ea"/>
                <a:cs typeface="+mn-cs"/>
              </a:rPr>
              <a:t>2×</a:t>
            </a:r>
            <a:r>
              <a:rPr lang="en-US" sz="1200" b="0" i="0" kern="1200">
                <a:solidFill>
                  <a:schemeClr val="tx1"/>
                </a:solidFill>
                <a:effectLst/>
                <a:latin typeface="+mn-lt"/>
                <a:ea typeface="+mn-ea"/>
                <a:cs typeface="+mn-cs"/>
              </a:rPr>
              <a:t> for well-sampled counters (counts ~1000+) and </a:t>
            </a:r>
            <a:r>
              <a:rPr lang="en-US" sz="1200" b="1" i="0" kern="1200">
                <a:solidFill>
                  <a:schemeClr val="tx1"/>
                </a:solidFill>
                <a:effectLst/>
                <a:latin typeface="+mn-lt"/>
                <a:ea typeface="+mn-ea"/>
                <a:cs typeface="+mn-cs"/>
              </a:rPr>
              <a:t>3×</a:t>
            </a:r>
            <a:r>
              <a:rPr lang="en-US" sz="1200" b="0" i="0" kern="1200">
                <a:solidFill>
                  <a:schemeClr val="tx1"/>
                </a:solidFill>
                <a:effectLst/>
                <a:latin typeface="+mn-lt"/>
                <a:ea typeface="+mn-ea"/>
                <a:cs typeface="+mn-cs"/>
              </a:rPr>
              <a:t> for rare events (small counts like accept/emergency/intruder).</a:t>
            </a:r>
          </a:p>
        </p:txBody>
      </p:sp>
      <p:sp>
        <p:nvSpPr>
          <p:cNvPr id="4" name="Slide Number Placeholder 3"/>
          <p:cNvSpPr>
            <a:spLocks noGrp="1"/>
          </p:cNvSpPr>
          <p:nvPr>
            <p:ph type="sldNum" sz="quarter" idx="5"/>
          </p:nvPr>
        </p:nvSpPr>
        <p:spPr/>
        <p:txBody>
          <a:bodyPr/>
          <a:lstStyle/>
          <a:p>
            <a:fld id="{8958FE7F-BED8-45BE-A40E-6467F72892E3}" type="slidenum">
              <a:rPr lang="en-US" smtClean="0"/>
              <a:t>15</a:t>
            </a:fld>
            <a:endParaRPr lang="en-US"/>
          </a:p>
        </p:txBody>
      </p:sp>
    </p:spTree>
    <p:extLst>
      <p:ext uri="{BB962C8B-B14F-4D97-AF65-F5344CB8AC3E}">
        <p14:creationId xmlns:p14="http://schemas.microsoft.com/office/powerpoint/2010/main" val="2611057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Thank you for listening. If you have any questions I will be happy to answer </a:t>
            </a:r>
          </a:p>
        </p:txBody>
      </p:sp>
      <p:sp>
        <p:nvSpPr>
          <p:cNvPr id="4" name="Slide Number Placeholder 3"/>
          <p:cNvSpPr>
            <a:spLocks noGrp="1"/>
          </p:cNvSpPr>
          <p:nvPr>
            <p:ph type="sldNum" sz="quarter" idx="5"/>
          </p:nvPr>
        </p:nvSpPr>
        <p:spPr/>
        <p:txBody>
          <a:bodyPr/>
          <a:lstStyle/>
          <a:p>
            <a:fld id="{8958FE7F-BED8-45BE-A40E-6467F72892E3}" type="slidenum">
              <a:rPr lang="en-US" smtClean="0"/>
              <a:t>34</a:t>
            </a:fld>
            <a:endParaRPr lang="en-US"/>
          </a:p>
        </p:txBody>
      </p:sp>
    </p:spTree>
    <p:extLst>
      <p:ext uri="{BB962C8B-B14F-4D97-AF65-F5344CB8AC3E}">
        <p14:creationId xmlns:p14="http://schemas.microsoft.com/office/powerpoint/2010/main" val="308224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D8D20-225B-05E3-4102-EADF11F6C07F}"/>
              </a:ext>
            </a:extLst>
          </p:cNvPr>
          <p:cNvSpPr>
            <a:spLocks noGrp="1"/>
          </p:cNvSpPr>
          <p:nvPr>
            <p:ph type="ctrTitle"/>
          </p:nvPr>
        </p:nvSpPr>
        <p:spPr>
          <a:xfrm>
            <a:off x="1524000" y="1122363"/>
            <a:ext cx="9144000" cy="2387600"/>
          </a:xfrm>
        </p:spPr>
        <p:txBody>
          <a:bodyPr anchor="b"/>
          <a:lstStyle>
            <a:lvl1pPr algn="l">
              <a:defRPr sz="6000">
                <a:solidFill>
                  <a:schemeClr val="accent2"/>
                </a:solidFill>
                <a:latin typeface="Calibri" panose="020F0502020204030204" pitchFamily="34" charset="0"/>
                <a:cs typeface="Calibri" panose="020F050202020403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8EAA7E54-8EDE-EFC5-61F3-1FFE6F93DC27}"/>
              </a:ext>
            </a:extLst>
          </p:cNvPr>
          <p:cNvSpPr>
            <a:spLocks noGrp="1"/>
          </p:cNvSpPr>
          <p:nvPr>
            <p:ph type="subTitle" idx="1"/>
          </p:nvPr>
        </p:nvSpPr>
        <p:spPr>
          <a:xfrm>
            <a:off x="1524000" y="3602038"/>
            <a:ext cx="9144000" cy="1655762"/>
          </a:xfrm>
        </p:spPr>
        <p:txBody>
          <a:bodyPr/>
          <a:lstStyle>
            <a:lvl1pPr marL="0" indent="0" algn="l">
              <a:buNone/>
              <a:defRPr sz="2400">
                <a:latin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DA5882-6947-8B1F-436A-53EB62C59D1A}"/>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5" name="Footer Placeholder 4">
            <a:extLst>
              <a:ext uri="{FF2B5EF4-FFF2-40B4-BE49-F238E27FC236}">
                <a16:creationId xmlns:a16="http://schemas.microsoft.com/office/drawing/2014/main" id="{2537462C-ACA8-AE58-A560-98DB7FACC8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690138-029D-2B80-4DCD-9A0A0AAE6B8E}"/>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16053205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F36BC-E911-3B39-49EE-7F143CA3898E}"/>
              </a:ext>
            </a:extLst>
          </p:cNvPr>
          <p:cNvSpPr>
            <a:spLocks noGrp="1"/>
          </p:cNvSpPr>
          <p:nvPr>
            <p:ph type="title" hasCustomPrompt="1"/>
          </p:nvPr>
        </p:nvSpPr>
        <p:spPr>
          <a:xfrm>
            <a:off x="838200" y="301118"/>
            <a:ext cx="9537192" cy="510032"/>
          </a:xfrm>
        </p:spPr>
        <p:txBody>
          <a:bodyPr/>
          <a:lstStyle>
            <a:lvl1pPr>
              <a:defRPr b="0">
                <a:solidFill>
                  <a:schemeClr val="tx1"/>
                </a:solidFill>
                <a:latin typeface="+mj-lt"/>
                <a:cs typeface="Aharoni" panose="02010803020104030203" pitchFamily="2" charset="-79"/>
              </a:defRPr>
            </a:lvl1pPr>
          </a:lstStyle>
          <a:p>
            <a:r>
              <a:rPr lang="en-US"/>
              <a:t>Title</a:t>
            </a:r>
          </a:p>
        </p:txBody>
      </p:sp>
      <p:sp>
        <p:nvSpPr>
          <p:cNvPr id="3" name="Content Placeholder 2">
            <a:extLst>
              <a:ext uri="{FF2B5EF4-FFF2-40B4-BE49-F238E27FC236}">
                <a16:creationId xmlns:a16="http://schemas.microsoft.com/office/drawing/2014/main" id="{B1550907-7F86-F619-4632-4A9BBB024EBC}"/>
              </a:ext>
            </a:extLst>
          </p:cNvPr>
          <p:cNvSpPr>
            <a:spLocks noGrp="1"/>
          </p:cNvSpPr>
          <p:nvPr>
            <p:ph idx="1"/>
          </p:nvPr>
        </p:nvSpPr>
        <p:spPr>
          <a:xfrm>
            <a:off x="838200" y="905256"/>
            <a:ext cx="10515600" cy="5271707"/>
          </a:xfrm>
        </p:spPr>
        <p:txBody>
          <a:bodyPr/>
          <a:lstStyle>
            <a:lvl1pPr>
              <a:buClr>
                <a:srgbClr val="FF6000"/>
              </a:buClr>
              <a:defRPr/>
            </a:lvl1pPr>
            <a:lvl2pPr>
              <a:buClr>
                <a:srgbClr val="FF6000"/>
              </a:buClr>
              <a:defRPr/>
            </a:lvl2pPr>
            <a:lvl3pPr>
              <a:buClr>
                <a:srgbClr val="FF6000"/>
              </a:buClr>
              <a:defRPr/>
            </a:lvl3pPr>
            <a:lvl4pPr>
              <a:buClr>
                <a:srgbClr val="FF6000"/>
              </a:buClr>
              <a:defRPr/>
            </a:lvl4pPr>
            <a:lvl5pPr>
              <a:buClr>
                <a:srgbClr val="FF6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E9E056-F8AD-D758-3920-01F253FC0D1C}"/>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5" name="Footer Placeholder 4">
            <a:extLst>
              <a:ext uri="{FF2B5EF4-FFF2-40B4-BE49-F238E27FC236}">
                <a16:creationId xmlns:a16="http://schemas.microsoft.com/office/drawing/2014/main" id="{E53CA227-7F05-3EEF-CAD2-752110A99C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98EA3-EBB0-F3BB-624D-65F9D949CFDE}"/>
              </a:ext>
            </a:extLst>
          </p:cNvPr>
          <p:cNvSpPr>
            <a:spLocks noGrp="1"/>
          </p:cNvSpPr>
          <p:nvPr>
            <p:ph type="sldNum" sz="quarter" idx="12"/>
          </p:nvPr>
        </p:nvSpPr>
        <p:spPr/>
        <p:txBody>
          <a:bodyPr/>
          <a:lstStyle/>
          <a:p>
            <a:fld id="{B6E51535-B494-4AB4-A54F-324301EC28A2}" type="slidenum">
              <a:rPr lang="en-US" smtClean="0"/>
              <a:t>‹#›</a:t>
            </a:fld>
            <a:endParaRPr lang="en-US"/>
          </a:p>
        </p:txBody>
      </p:sp>
      <p:sp>
        <p:nvSpPr>
          <p:cNvPr id="7" name="Rectangle 6">
            <a:extLst>
              <a:ext uri="{FF2B5EF4-FFF2-40B4-BE49-F238E27FC236}">
                <a16:creationId xmlns:a16="http://schemas.microsoft.com/office/drawing/2014/main" id="{C1005DCE-6A8A-DCC9-0BE6-8E704ADF8E0D}"/>
              </a:ext>
            </a:extLst>
          </p:cNvPr>
          <p:cNvSpPr/>
          <p:nvPr userDrawn="1"/>
        </p:nvSpPr>
        <p:spPr>
          <a:xfrm>
            <a:off x="752856" y="279114"/>
            <a:ext cx="85344" cy="510032"/>
          </a:xfrm>
          <a:prstGeom prst="rect">
            <a:avLst/>
          </a:prstGeom>
          <a:solidFill>
            <a:srgbClr val="FF6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839805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E7810-5ABD-1C9D-5ACA-276F691EC4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46EB64-8A1D-B891-D70F-FA15AD6B62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89D7E2-DB2A-C540-0823-749EF4CC0B00}"/>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5" name="Footer Placeholder 4">
            <a:extLst>
              <a:ext uri="{FF2B5EF4-FFF2-40B4-BE49-F238E27FC236}">
                <a16:creationId xmlns:a16="http://schemas.microsoft.com/office/drawing/2014/main" id="{F2F657DC-7CAA-6C07-CBAB-ADB4C9FCC0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F384C-79FD-4752-9D38-AAAA8D7A8836}"/>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236130369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A42EC-03F8-8480-AAF6-6F8C46923398}"/>
              </a:ext>
            </a:extLst>
          </p:cNvPr>
          <p:cNvSpPr>
            <a:spLocks noGrp="1"/>
          </p:cNvSpPr>
          <p:nvPr>
            <p:ph type="title"/>
          </p:nvPr>
        </p:nvSpPr>
        <p:spPr/>
        <p:txBody>
          <a:bodyPr/>
          <a:lstStyle>
            <a:lvl1pPr>
              <a:defRPr>
                <a:solidFill>
                  <a:srgbClr val="FF771F"/>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13E661-027C-29A5-6608-E6BF9F8E45CA}"/>
              </a:ext>
            </a:extLst>
          </p:cNvPr>
          <p:cNvSpPr>
            <a:spLocks noGrp="1"/>
          </p:cNvSpPr>
          <p:nvPr>
            <p:ph sz="half" idx="1"/>
          </p:nvPr>
        </p:nvSpPr>
        <p:spPr>
          <a:xfrm>
            <a:off x="838200" y="1825625"/>
            <a:ext cx="5181600" cy="4351338"/>
          </a:xfrm>
          <a:solidFill>
            <a:schemeClr val="accent2">
              <a:lumMod val="40000"/>
              <a:lumOff val="60000"/>
            </a:schemeClr>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2D89E5-2603-43A9-29DA-EDC6B9D60FF0}"/>
              </a:ext>
            </a:extLst>
          </p:cNvPr>
          <p:cNvSpPr>
            <a:spLocks noGrp="1"/>
          </p:cNvSpPr>
          <p:nvPr>
            <p:ph sz="half" idx="2"/>
          </p:nvPr>
        </p:nvSpPr>
        <p:spPr>
          <a:xfrm>
            <a:off x="6172200" y="1825625"/>
            <a:ext cx="5181600" cy="4351338"/>
          </a:xfrm>
          <a:solidFill>
            <a:schemeClr val="accent2">
              <a:lumMod val="40000"/>
              <a:lumOff val="60000"/>
            </a:schemeClr>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BC50A-CFF0-3D1F-E726-6A3BA38E1CAA}"/>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6" name="Footer Placeholder 5">
            <a:extLst>
              <a:ext uri="{FF2B5EF4-FFF2-40B4-BE49-F238E27FC236}">
                <a16:creationId xmlns:a16="http://schemas.microsoft.com/office/drawing/2014/main" id="{064DA642-6EF4-0EF9-9E9D-0CEB38ECB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76848E-3870-DE09-A655-5E26488FEF97}"/>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187295403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44882-F349-C414-EC94-98BD7EA2DF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F23C32-CBE6-4E60-E757-417B3B5AF4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CD2E88-B4D7-E8A8-A100-AE25299976D7}"/>
              </a:ext>
            </a:extLst>
          </p:cNvPr>
          <p:cNvSpPr>
            <a:spLocks noGrp="1"/>
          </p:cNvSpPr>
          <p:nvPr>
            <p:ph sz="half" idx="2"/>
          </p:nvPr>
        </p:nvSpPr>
        <p:spPr>
          <a:xfrm>
            <a:off x="839788" y="2505075"/>
            <a:ext cx="5157787" cy="3684588"/>
          </a:xfrm>
          <a:ln>
            <a:solidFill>
              <a:schemeClr val="bg1">
                <a:lumMod val="75000"/>
              </a:schemeClr>
            </a:solidFill>
          </a:ln>
          <a:effectLst>
            <a:outerShdw blurRad="50800" dist="38100" dir="2700000" algn="tl" rotWithShape="0">
              <a:prstClr val="black">
                <a:alpha val="40000"/>
              </a:prstClr>
            </a:outerShdw>
          </a:effectLst>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75BDC1-EC90-CE26-D5C0-A929A5A6E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99B463-3710-D4B2-BCE7-6EA9BA869BAA}"/>
              </a:ext>
            </a:extLst>
          </p:cNvPr>
          <p:cNvSpPr>
            <a:spLocks noGrp="1"/>
          </p:cNvSpPr>
          <p:nvPr>
            <p:ph sz="quarter" idx="4"/>
          </p:nvPr>
        </p:nvSpPr>
        <p:spPr>
          <a:xfrm>
            <a:off x="6172200" y="2505075"/>
            <a:ext cx="5183188" cy="3684588"/>
          </a:xfrm>
          <a:ln>
            <a:solidFill>
              <a:schemeClr val="bg1">
                <a:lumMod val="75000"/>
              </a:schemeClr>
            </a:solidFill>
          </a:ln>
          <a:effectLst>
            <a:outerShdw blurRad="50800" dist="38100" dir="2700000" algn="tl" rotWithShape="0">
              <a:prstClr val="black">
                <a:alpha val="40000"/>
              </a:prstClr>
            </a:outerShdw>
          </a:effectLst>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E9AF-1722-F2D5-6DB6-3C957D082023}"/>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8" name="Footer Placeholder 7">
            <a:extLst>
              <a:ext uri="{FF2B5EF4-FFF2-40B4-BE49-F238E27FC236}">
                <a16:creationId xmlns:a16="http://schemas.microsoft.com/office/drawing/2014/main" id="{B91B91BA-B44B-C262-D55D-77426B14D3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63A0F9-9313-B009-58B9-2D4CACEFD6F5}"/>
              </a:ext>
            </a:extLst>
          </p:cNvPr>
          <p:cNvSpPr>
            <a:spLocks noGrp="1"/>
          </p:cNvSpPr>
          <p:nvPr>
            <p:ph type="sldNum" sz="quarter" idx="12"/>
          </p:nvPr>
        </p:nvSpPr>
        <p:spPr/>
        <p:txBody>
          <a:bodyPr/>
          <a:lstStyle/>
          <a:p>
            <a:fld id="{B6E51535-B494-4AB4-A54F-324301EC28A2}" type="slidenum">
              <a:rPr lang="en-US" smtClean="0"/>
              <a:t>‹#›</a:t>
            </a:fld>
            <a:endParaRPr lang="en-US"/>
          </a:p>
        </p:txBody>
      </p:sp>
      <p:sp>
        <p:nvSpPr>
          <p:cNvPr id="10" name="Rectangle 9">
            <a:extLst>
              <a:ext uri="{FF2B5EF4-FFF2-40B4-BE49-F238E27FC236}">
                <a16:creationId xmlns:a16="http://schemas.microsoft.com/office/drawing/2014/main" id="{96A9931D-BBD0-E0FA-9E24-A9ED7ECCF77D}"/>
              </a:ext>
            </a:extLst>
          </p:cNvPr>
          <p:cNvSpPr/>
          <p:nvPr userDrawn="1"/>
        </p:nvSpPr>
        <p:spPr>
          <a:xfrm>
            <a:off x="752856" y="772890"/>
            <a:ext cx="85344" cy="510032"/>
          </a:xfrm>
          <a:prstGeom prst="rect">
            <a:avLst/>
          </a:prstGeom>
          <a:solidFill>
            <a:srgbClr val="FF6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16578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99BD-31E2-E683-2255-3FCAF879C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0A79CE-D742-42DA-3CCD-F4451AB9206C}"/>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4" name="Footer Placeholder 3">
            <a:extLst>
              <a:ext uri="{FF2B5EF4-FFF2-40B4-BE49-F238E27FC236}">
                <a16:creationId xmlns:a16="http://schemas.microsoft.com/office/drawing/2014/main" id="{6287C65A-A59C-3C5A-6F47-B2E5D8D060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20517-BD54-5798-6B49-AB85BAF88453}"/>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34775461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47843-B24E-210E-FE85-B440A7426B94}"/>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3" name="Footer Placeholder 2">
            <a:extLst>
              <a:ext uri="{FF2B5EF4-FFF2-40B4-BE49-F238E27FC236}">
                <a16:creationId xmlns:a16="http://schemas.microsoft.com/office/drawing/2014/main" id="{9495CD60-98B5-33E2-D561-DE3C3F504E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BDC000-D912-E100-3AA9-8B4AFDBCA362}"/>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19051442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7D41B-F54D-96FF-A4DB-69B71FE116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24D37F-862E-B9DA-4322-4CAE9864EE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D20158-A2C5-70AE-09C8-617B32E676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958B60-566A-AD69-DC9C-A26ABF1FA46A}"/>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6" name="Footer Placeholder 5">
            <a:extLst>
              <a:ext uri="{FF2B5EF4-FFF2-40B4-BE49-F238E27FC236}">
                <a16:creationId xmlns:a16="http://schemas.microsoft.com/office/drawing/2014/main" id="{3A8A380F-4D0B-DDE2-C51D-A28F40E7DC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93BB19-58B8-8665-6DBE-3C5A219AB701}"/>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241065966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2E3C-E8D1-C4FF-F902-563577AA22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395727-CA44-3CA3-A559-265D198EAB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E7404A-31D0-F4F5-BCAF-D29E0AB9A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0E08D4-FB3C-7854-6203-E6573B7E8D97}"/>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6" name="Footer Placeholder 5">
            <a:extLst>
              <a:ext uri="{FF2B5EF4-FFF2-40B4-BE49-F238E27FC236}">
                <a16:creationId xmlns:a16="http://schemas.microsoft.com/office/drawing/2014/main" id="{C6F4718B-77C1-BED6-BB1E-32EC4FCB0E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707575-D039-CCA2-CFD7-04A2DABA6E00}"/>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380208901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BB0B4-0B21-82A7-9CFB-FC6A479F65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802A5C-8540-D849-FC17-FD6ADE3C1A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A9B675-A1D3-1E97-3860-99AA17FD77C7}"/>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5" name="Footer Placeholder 4">
            <a:extLst>
              <a:ext uri="{FF2B5EF4-FFF2-40B4-BE49-F238E27FC236}">
                <a16:creationId xmlns:a16="http://schemas.microsoft.com/office/drawing/2014/main" id="{FC6148DA-0EAD-E2F4-66EF-E94094490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F1593-B7F7-F17F-D655-0C4261717BD6}"/>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40921229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0D5083-3B99-0E56-54E0-CAABB165EE7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5BA0D7-820D-CC2A-E721-1467990083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9CA69F-DE3F-A34F-C3B8-450A87F3FB75}"/>
              </a:ext>
            </a:extLst>
          </p:cNvPr>
          <p:cNvSpPr>
            <a:spLocks noGrp="1"/>
          </p:cNvSpPr>
          <p:nvPr>
            <p:ph type="dt" sz="half" idx="10"/>
          </p:nvPr>
        </p:nvSpPr>
        <p:spPr/>
        <p:txBody>
          <a:bodyPr/>
          <a:lstStyle/>
          <a:p>
            <a:fld id="{2A457207-855C-4B3E-B660-D1C7B7D9EABA}" type="datetimeFigureOut">
              <a:rPr lang="en-US" smtClean="0"/>
              <a:t>2/3/2026</a:t>
            </a:fld>
            <a:endParaRPr lang="en-US"/>
          </a:p>
        </p:txBody>
      </p:sp>
      <p:sp>
        <p:nvSpPr>
          <p:cNvPr id="5" name="Footer Placeholder 4">
            <a:extLst>
              <a:ext uri="{FF2B5EF4-FFF2-40B4-BE49-F238E27FC236}">
                <a16:creationId xmlns:a16="http://schemas.microsoft.com/office/drawing/2014/main" id="{49C7A390-DD45-3C50-5F5D-F2A3C29C1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E95C8A-E581-F869-FC30-2402929F6823}"/>
              </a:ext>
            </a:extLst>
          </p:cNvPr>
          <p:cNvSpPr>
            <a:spLocks noGrp="1"/>
          </p:cNvSpPr>
          <p:nvPr>
            <p:ph type="sldNum" sz="quarter" idx="12"/>
          </p:nvPr>
        </p:nvSpPr>
        <p:spPr/>
        <p:txBody>
          <a:bodyPr/>
          <a:lstStyle/>
          <a:p>
            <a:fld id="{B6E51535-B494-4AB4-A54F-324301EC28A2}" type="slidenum">
              <a:rPr lang="en-US" smtClean="0"/>
              <a:t>‹#›</a:t>
            </a:fld>
            <a:endParaRPr lang="en-US"/>
          </a:p>
        </p:txBody>
      </p:sp>
    </p:spTree>
    <p:extLst>
      <p:ext uri="{BB962C8B-B14F-4D97-AF65-F5344CB8AC3E}">
        <p14:creationId xmlns:p14="http://schemas.microsoft.com/office/powerpoint/2010/main" val="3487571747"/>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324E8B-BC98-CC1F-B096-DCDF2D0D59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B9C3A7-F95D-59A1-1866-286D25D626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2AE0D4-CEB6-A553-F0E0-FC2C06417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457207-855C-4B3E-B660-D1C7B7D9EABA}" type="datetimeFigureOut">
              <a:rPr lang="en-US" smtClean="0"/>
              <a:t>2/3/2026</a:t>
            </a:fld>
            <a:endParaRPr lang="en-US"/>
          </a:p>
        </p:txBody>
      </p:sp>
      <p:sp>
        <p:nvSpPr>
          <p:cNvPr id="5" name="Footer Placeholder 4">
            <a:extLst>
              <a:ext uri="{FF2B5EF4-FFF2-40B4-BE49-F238E27FC236}">
                <a16:creationId xmlns:a16="http://schemas.microsoft.com/office/drawing/2014/main" id="{D7C17E2B-20AC-820D-5D69-FF9A63B4D2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758FBF-2213-FBF1-4FEA-DF4F541542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E51535-B494-4AB4-A54F-324301EC28A2}" type="slidenum">
              <a:rPr lang="en-US" smtClean="0"/>
              <a:t>‹#›</a:t>
            </a:fld>
            <a:endParaRPr lang="en-US"/>
          </a:p>
        </p:txBody>
      </p:sp>
      <p:sp>
        <p:nvSpPr>
          <p:cNvPr id="7" name="Rectangle 6">
            <a:extLst>
              <a:ext uri="{FF2B5EF4-FFF2-40B4-BE49-F238E27FC236}">
                <a16:creationId xmlns:a16="http://schemas.microsoft.com/office/drawing/2014/main" id="{B75BCF6E-F5A9-F1D6-2798-9C28CD948380}"/>
              </a:ext>
            </a:extLst>
          </p:cNvPr>
          <p:cNvSpPr/>
          <p:nvPr userDrawn="1"/>
        </p:nvSpPr>
        <p:spPr>
          <a:xfrm>
            <a:off x="0" y="1"/>
            <a:ext cx="12192000" cy="6400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4D42E81-0A29-5CF0-0EEC-455B8FF3953C}"/>
              </a:ext>
            </a:extLst>
          </p:cNvPr>
          <p:cNvPicPr>
            <a:picLocks noChangeAspect="1"/>
          </p:cNvPicPr>
          <p:nvPr userDrawn="1"/>
        </p:nvPicPr>
        <p:blipFill>
          <a:blip r:embed="rId13">
            <a:extLst>
              <a:ext uri="{28A0092B-C50C-407E-A947-70E740481C1C}">
                <a14:useLocalDpi xmlns:a14="http://schemas.microsoft.com/office/drawing/2010/main" val="0"/>
              </a:ext>
            </a:extLst>
          </a:blip>
          <a:srcRect t="13652" b="15724"/>
          <a:stretch>
            <a:fillRect/>
          </a:stretch>
        </p:blipFill>
        <p:spPr>
          <a:xfrm>
            <a:off x="10433304" y="266522"/>
            <a:ext cx="1451644" cy="569571"/>
          </a:xfrm>
          <a:prstGeom prst="rect">
            <a:avLst/>
          </a:prstGeom>
        </p:spPr>
      </p:pic>
    </p:spTree>
    <p:extLst>
      <p:ext uri="{BB962C8B-B14F-4D97-AF65-F5344CB8AC3E}">
        <p14:creationId xmlns:p14="http://schemas.microsoft.com/office/powerpoint/2010/main" val="2466570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tinkercad.com/things/exUg6t4zCpb-truck-platoon-gr-1-follower-simplified?sharecode=y0AqlKeTJyIOBpwIbin_Hr3QpoUs752nZX8h_oqlYz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tinkercad.com/things/c87QRF3iuMf-truck-%20platoon-gr-1-added-i2c-%20pbemgintr?sharecode=31MrpuCK4X5HaVqzXHKFGQdOkhvLo%20gjDJhmUkW8F5Q4&#8203;%20%20&#8203;%20%20&#820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CCF6F-BF3C-4185-27F4-3C03A0070347}"/>
              </a:ext>
            </a:extLst>
          </p:cNvPr>
          <p:cNvSpPr>
            <a:spLocks noGrp="1"/>
          </p:cNvSpPr>
          <p:nvPr>
            <p:ph type="ctrTitle"/>
          </p:nvPr>
        </p:nvSpPr>
        <p:spPr>
          <a:xfrm>
            <a:off x="370114" y="1247533"/>
            <a:ext cx="8284029" cy="1751465"/>
          </a:xfrm>
        </p:spPr>
        <p:txBody>
          <a:bodyPr>
            <a:normAutofit/>
          </a:bodyPr>
          <a:lstStyle/>
          <a:p>
            <a:pPr algn="l"/>
            <a:r>
              <a:rPr lang="en-US" b="1">
                <a:latin typeface="Corbel" panose="020B0503020204020204" pitchFamily="34" charset="0"/>
              </a:rPr>
              <a:t>Autonomous Truck Platooning</a:t>
            </a:r>
          </a:p>
        </p:txBody>
      </p:sp>
      <p:sp>
        <p:nvSpPr>
          <p:cNvPr id="3" name="Subtitle 2">
            <a:extLst>
              <a:ext uri="{FF2B5EF4-FFF2-40B4-BE49-F238E27FC236}">
                <a16:creationId xmlns:a16="http://schemas.microsoft.com/office/drawing/2014/main" id="{8240EB52-F1E7-DB23-8206-7BE8E7111535}"/>
              </a:ext>
            </a:extLst>
          </p:cNvPr>
          <p:cNvSpPr>
            <a:spLocks noGrp="1"/>
          </p:cNvSpPr>
          <p:nvPr>
            <p:ph type="subTitle" idx="1"/>
          </p:nvPr>
        </p:nvSpPr>
        <p:spPr>
          <a:xfrm>
            <a:off x="370114" y="4244293"/>
            <a:ext cx="6204857" cy="506170"/>
          </a:xfrm>
        </p:spPr>
        <p:txBody>
          <a:bodyPr/>
          <a:lstStyle/>
          <a:p>
            <a:pPr algn="l"/>
            <a:r>
              <a:rPr lang="en-US">
                <a:solidFill>
                  <a:schemeClr val="bg1">
                    <a:lumMod val="50000"/>
                  </a:schemeClr>
                </a:solidFill>
              </a:rPr>
              <a:t>Team 1</a:t>
            </a:r>
          </a:p>
        </p:txBody>
      </p:sp>
      <p:sp>
        <p:nvSpPr>
          <p:cNvPr id="4" name="Subtitle 2">
            <a:extLst>
              <a:ext uri="{FF2B5EF4-FFF2-40B4-BE49-F238E27FC236}">
                <a16:creationId xmlns:a16="http://schemas.microsoft.com/office/drawing/2014/main" id="{04D8A3FE-ADE5-4CF6-7E6E-82E8C828C45C}"/>
              </a:ext>
            </a:extLst>
          </p:cNvPr>
          <p:cNvSpPr txBox="1">
            <a:spLocks/>
          </p:cNvSpPr>
          <p:nvPr/>
        </p:nvSpPr>
        <p:spPr>
          <a:xfrm>
            <a:off x="370114" y="4750463"/>
            <a:ext cx="2807195" cy="133465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buBlip>
                <a:blip r:embed="rId3">
                  <a:extLst>
                    <a:ext uri="{96DAC541-7B7A-43D3-8B79-37D633B846F1}">
                      <asvg:svgBlip xmlns:asvg="http://schemas.microsoft.com/office/drawing/2016/SVG/main" r:embed="rId4"/>
                    </a:ext>
                  </a:extLst>
                </a:blip>
              </a:buBlip>
            </a:pPr>
            <a:r>
              <a:rPr lang="en-US" sz="1600" b="1">
                <a:solidFill>
                  <a:schemeClr val="bg2">
                    <a:lumMod val="25000"/>
                  </a:schemeClr>
                </a:solidFill>
                <a:latin typeface="+mn-lt"/>
              </a:rPr>
              <a:t>Bernard Widjaja</a:t>
            </a:r>
          </a:p>
          <a:p>
            <a:pPr marL="285750" indent="-285750">
              <a:buBlip>
                <a:blip r:embed="rId3">
                  <a:extLst>
                    <a:ext uri="{96DAC541-7B7A-43D3-8B79-37D633B846F1}">
                      <asvg:svgBlip xmlns:asvg="http://schemas.microsoft.com/office/drawing/2016/SVG/main" r:embed="rId4"/>
                    </a:ext>
                  </a:extLst>
                </a:blip>
              </a:buBlip>
            </a:pPr>
            <a:r>
              <a:rPr lang="en-US" sz="1600" b="1">
                <a:solidFill>
                  <a:schemeClr val="bg2">
                    <a:lumMod val="25000"/>
                  </a:schemeClr>
                </a:solidFill>
                <a:latin typeface="+mn-lt"/>
              </a:rPr>
              <a:t>Md Saidur Rahman </a:t>
            </a:r>
          </a:p>
          <a:p>
            <a:pPr marL="285750" indent="-285750">
              <a:buBlip>
                <a:blip r:embed="rId3">
                  <a:extLst>
                    <a:ext uri="{96DAC541-7B7A-43D3-8B79-37D633B846F1}">
                      <asvg:svgBlip xmlns:asvg="http://schemas.microsoft.com/office/drawing/2016/SVG/main" r:embed="rId4"/>
                    </a:ext>
                  </a:extLst>
                </a:blip>
              </a:buBlip>
            </a:pPr>
            <a:r>
              <a:rPr lang="en-US" sz="1600" b="1">
                <a:solidFill>
                  <a:schemeClr val="bg2">
                    <a:lumMod val="25000"/>
                  </a:schemeClr>
                </a:solidFill>
                <a:latin typeface="+mn-lt"/>
              </a:rPr>
              <a:t>Meghana Hemesh Kumar</a:t>
            </a:r>
          </a:p>
          <a:p>
            <a:pPr marL="285750" indent="-285750">
              <a:buBlip>
                <a:blip r:embed="rId3">
                  <a:extLst>
                    <a:ext uri="{96DAC541-7B7A-43D3-8B79-37D633B846F1}">
                      <asvg:svgBlip xmlns:asvg="http://schemas.microsoft.com/office/drawing/2016/SVG/main" r:embed="rId4"/>
                    </a:ext>
                  </a:extLst>
                </a:blip>
              </a:buBlip>
            </a:pPr>
            <a:r>
              <a:rPr lang="en-US" sz="1600" b="1">
                <a:solidFill>
                  <a:schemeClr val="bg2">
                    <a:lumMod val="25000"/>
                  </a:schemeClr>
                </a:solidFill>
                <a:latin typeface="+mn-lt"/>
              </a:rPr>
              <a:t>Rajdeep Shaw</a:t>
            </a:r>
          </a:p>
        </p:txBody>
      </p:sp>
      <p:sp>
        <p:nvSpPr>
          <p:cNvPr id="5" name="Subtitle 2">
            <a:extLst>
              <a:ext uri="{FF2B5EF4-FFF2-40B4-BE49-F238E27FC236}">
                <a16:creationId xmlns:a16="http://schemas.microsoft.com/office/drawing/2014/main" id="{BF7B8D8B-EBCD-A6FE-3668-64B0F0025DD3}"/>
              </a:ext>
            </a:extLst>
          </p:cNvPr>
          <p:cNvSpPr txBox="1">
            <a:spLocks/>
          </p:cNvSpPr>
          <p:nvPr/>
        </p:nvSpPr>
        <p:spPr>
          <a:xfrm>
            <a:off x="370114" y="2998998"/>
            <a:ext cx="6204857" cy="50617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Calibri" panose="020F0502020204030204" pitchFamily="34" charset="0"/>
                <a:ea typeface="+mn-ea"/>
                <a:cs typeface="Calibri" panose="020F050202020403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solidFill>
                  <a:schemeClr val="accent3">
                    <a:lumMod val="50000"/>
                  </a:schemeClr>
                </a:solidFill>
              </a:rPr>
              <a:t>DPS/ESE</a:t>
            </a:r>
          </a:p>
        </p:txBody>
      </p:sp>
      <p:sp>
        <p:nvSpPr>
          <p:cNvPr id="6" name="Slide Number Placeholder 5">
            <a:extLst>
              <a:ext uri="{FF2B5EF4-FFF2-40B4-BE49-F238E27FC236}">
                <a16:creationId xmlns:a16="http://schemas.microsoft.com/office/drawing/2014/main" id="{1D884347-8F0B-8EA9-A3E8-DB3AA372298F}"/>
              </a:ext>
            </a:extLst>
          </p:cNvPr>
          <p:cNvSpPr>
            <a:spLocks noGrp="1"/>
          </p:cNvSpPr>
          <p:nvPr>
            <p:ph type="sldNum" sz="quarter" idx="12"/>
          </p:nvPr>
        </p:nvSpPr>
        <p:spPr/>
        <p:txBody>
          <a:bodyPr/>
          <a:lstStyle/>
          <a:p>
            <a:fld id="{B6E51535-B494-4AB4-A54F-324301EC28A2}" type="slidenum">
              <a:rPr lang="en-US" smtClean="0"/>
              <a:t>1</a:t>
            </a:fld>
            <a:endParaRPr lang="en-US"/>
          </a:p>
        </p:txBody>
      </p:sp>
    </p:spTree>
    <p:extLst>
      <p:ext uri="{BB962C8B-B14F-4D97-AF65-F5344CB8AC3E}">
        <p14:creationId xmlns:p14="http://schemas.microsoft.com/office/powerpoint/2010/main" val="175941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C4D7B-D45E-664A-D276-722C0B9F96E0}"/>
              </a:ext>
            </a:extLst>
          </p:cNvPr>
          <p:cNvSpPr>
            <a:spLocks noGrp="1"/>
          </p:cNvSpPr>
          <p:nvPr>
            <p:ph type="title"/>
          </p:nvPr>
        </p:nvSpPr>
        <p:spPr/>
        <p:txBody>
          <a:bodyPr>
            <a:normAutofit fontScale="90000"/>
          </a:bodyPr>
          <a:lstStyle/>
          <a:p>
            <a:r>
              <a:rPr lang="en-US"/>
              <a:t>Use Case</a:t>
            </a:r>
          </a:p>
        </p:txBody>
      </p:sp>
      <p:sp>
        <p:nvSpPr>
          <p:cNvPr id="4" name="Slide Number Placeholder 3">
            <a:extLst>
              <a:ext uri="{FF2B5EF4-FFF2-40B4-BE49-F238E27FC236}">
                <a16:creationId xmlns:a16="http://schemas.microsoft.com/office/drawing/2014/main" id="{F989EADA-5542-6B18-F72D-8DA7F212FDD6}"/>
              </a:ext>
            </a:extLst>
          </p:cNvPr>
          <p:cNvSpPr>
            <a:spLocks noGrp="1"/>
          </p:cNvSpPr>
          <p:nvPr>
            <p:ph type="sldNum" sz="quarter" idx="12"/>
          </p:nvPr>
        </p:nvSpPr>
        <p:spPr/>
        <p:txBody>
          <a:bodyPr/>
          <a:lstStyle/>
          <a:p>
            <a:fld id="{B6E51535-B494-4AB4-A54F-324301EC28A2}" type="slidenum">
              <a:rPr lang="en-US" smtClean="0"/>
              <a:t>2</a:t>
            </a:fld>
            <a:endParaRPr lang="en-US"/>
          </a:p>
        </p:txBody>
      </p:sp>
      <p:pic>
        <p:nvPicPr>
          <p:cNvPr id="10" name="Picture 9">
            <a:extLst>
              <a:ext uri="{FF2B5EF4-FFF2-40B4-BE49-F238E27FC236}">
                <a16:creationId xmlns:a16="http://schemas.microsoft.com/office/drawing/2014/main" id="{651CA614-4803-10C5-5939-ECDE2AC7EEDC}"/>
              </a:ext>
            </a:extLst>
          </p:cNvPr>
          <p:cNvPicPr>
            <a:picLocks noChangeAspect="1"/>
          </p:cNvPicPr>
          <p:nvPr/>
        </p:nvPicPr>
        <p:blipFill>
          <a:blip r:embed="rId2"/>
          <a:srcRect l="1664" b="2847"/>
          <a:stretch>
            <a:fillRect/>
          </a:stretch>
        </p:blipFill>
        <p:spPr>
          <a:xfrm>
            <a:off x="2035629" y="941161"/>
            <a:ext cx="7709970" cy="5615721"/>
          </a:xfrm>
          <a:prstGeom prst="rect">
            <a:avLst/>
          </a:prstGeom>
        </p:spPr>
      </p:pic>
    </p:spTree>
    <p:extLst>
      <p:ext uri="{BB962C8B-B14F-4D97-AF65-F5344CB8AC3E}">
        <p14:creationId xmlns:p14="http://schemas.microsoft.com/office/powerpoint/2010/main" val="60504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F249C-2CE8-FD3A-E925-3D492AE0AC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8E12F-10FF-6E59-8FA0-9DCE6EF47C37}"/>
              </a:ext>
            </a:extLst>
          </p:cNvPr>
          <p:cNvSpPr>
            <a:spLocks noGrp="1"/>
          </p:cNvSpPr>
          <p:nvPr>
            <p:ph type="title"/>
          </p:nvPr>
        </p:nvSpPr>
        <p:spPr/>
        <p:txBody>
          <a:bodyPr>
            <a:normAutofit fontScale="90000"/>
          </a:bodyPr>
          <a:lstStyle/>
          <a:p>
            <a:r>
              <a:rPr lang="en-US" sz="3200">
                <a:solidFill>
                  <a:srgbClr val="000000"/>
                </a:solidFill>
                <a:ea typeface="+mj-lt"/>
                <a:cs typeface="+mj-lt"/>
              </a:rPr>
              <a:t>Requirement</a:t>
            </a:r>
            <a:r>
              <a:rPr lang="en-US" sz="3200">
                <a:solidFill>
                  <a:srgbClr val="000000"/>
                </a:solidFill>
                <a:ea typeface="+mj-lt"/>
                <a:cs typeface="Aharoni"/>
              </a:rPr>
              <a:t> </a:t>
            </a:r>
            <a:r>
              <a:rPr lang="en-US" sz="3200">
                <a:cs typeface="Aharoni"/>
              </a:rPr>
              <a:t>Diagram</a:t>
            </a:r>
            <a:endParaRPr lang="en-US"/>
          </a:p>
        </p:txBody>
      </p:sp>
      <p:sp>
        <p:nvSpPr>
          <p:cNvPr id="4" name="Slide Number Placeholder 3">
            <a:extLst>
              <a:ext uri="{FF2B5EF4-FFF2-40B4-BE49-F238E27FC236}">
                <a16:creationId xmlns:a16="http://schemas.microsoft.com/office/drawing/2014/main" id="{EEA78175-521D-7DF6-3DE2-1FC40FEF7AD0}"/>
              </a:ext>
            </a:extLst>
          </p:cNvPr>
          <p:cNvSpPr>
            <a:spLocks noGrp="1"/>
          </p:cNvSpPr>
          <p:nvPr>
            <p:ph type="sldNum" sz="quarter" idx="12"/>
          </p:nvPr>
        </p:nvSpPr>
        <p:spPr/>
        <p:txBody>
          <a:bodyPr/>
          <a:lstStyle/>
          <a:p>
            <a:fld id="{B6E51535-B494-4AB4-A54F-324301EC28A2}" type="slidenum">
              <a:rPr lang="en-US" smtClean="0"/>
              <a:t>3</a:t>
            </a:fld>
            <a:endParaRPr lang="en-US"/>
          </a:p>
        </p:txBody>
      </p:sp>
      <p:pic>
        <p:nvPicPr>
          <p:cNvPr id="6" name="Content Placeholder 5" descr="A screenshot of a computer screen&#10;&#10;AI-generated content may be incorrect.">
            <a:extLst>
              <a:ext uri="{FF2B5EF4-FFF2-40B4-BE49-F238E27FC236}">
                <a16:creationId xmlns:a16="http://schemas.microsoft.com/office/drawing/2014/main" id="{70AC4365-2CD9-E2D8-C5AD-86C220E3CD51}"/>
              </a:ext>
            </a:extLst>
          </p:cNvPr>
          <p:cNvPicPr>
            <a:picLocks noGrp="1" noChangeAspect="1"/>
          </p:cNvPicPr>
          <p:nvPr>
            <p:ph idx="1"/>
          </p:nvPr>
        </p:nvPicPr>
        <p:blipFill>
          <a:blip r:embed="rId2"/>
          <a:srcRect r="49145"/>
          <a:stretch>
            <a:fillRect/>
          </a:stretch>
        </p:blipFill>
        <p:spPr>
          <a:xfrm>
            <a:off x="1854678" y="874886"/>
            <a:ext cx="8482654" cy="5476221"/>
          </a:xfrm>
          <a:prstGeom prst="rect">
            <a:avLst/>
          </a:prstGeom>
        </p:spPr>
      </p:pic>
      <p:pic>
        <p:nvPicPr>
          <p:cNvPr id="15" name="Content Placeholder 5" descr="A screenshot of a computer screen&#10;&#10;AI-generated content may be incorrect.">
            <a:extLst>
              <a:ext uri="{FF2B5EF4-FFF2-40B4-BE49-F238E27FC236}">
                <a16:creationId xmlns:a16="http://schemas.microsoft.com/office/drawing/2014/main" id="{97BD06C3-99A0-960A-CDA3-76E4088A9AB8}"/>
              </a:ext>
            </a:extLst>
          </p:cNvPr>
          <p:cNvPicPr>
            <a:picLocks noChangeAspect="1"/>
          </p:cNvPicPr>
          <p:nvPr/>
        </p:nvPicPr>
        <p:blipFill>
          <a:blip r:embed="rId2"/>
          <a:srcRect l="18195" t="9018" r="49120" b="78250"/>
          <a:stretch>
            <a:fillRect/>
          </a:stretch>
        </p:blipFill>
        <p:spPr>
          <a:xfrm>
            <a:off x="10339823" y="1368807"/>
            <a:ext cx="2060153" cy="697228"/>
          </a:xfrm>
          <a:prstGeom prst="rect">
            <a:avLst/>
          </a:prstGeom>
        </p:spPr>
      </p:pic>
    </p:spTree>
    <p:extLst>
      <p:ext uri="{BB962C8B-B14F-4D97-AF65-F5344CB8AC3E}">
        <p14:creationId xmlns:p14="http://schemas.microsoft.com/office/powerpoint/2010/main" val="273558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D0E1A-443F-1422-8104-59F997B69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09485-95D3-1BE4-5EA1-A59926432A9D}"/>
              </a:ext>
            </a:extLst>
          </p:cNvPr>
          <p:cNvSpPr>
            <a:spLocks noGrp="1"/>
          </p:cNvSpPr>
          <p:nvPr>
            <p:ph type="title"/>
          </p:nvPr>
        </p:nvSpPr>
        <p:spPr/>
        <p:txBody>
          <a:bodyPr>
            <a:normAutofit fontScale="90000"/>
          </a:bodyPr>
          <a:lstStyle/>
          <a:p>
            <a:r>
              <a:rPr lang="en-US" sz="3200">
                <a:solidFill>
                  <a:srgbClr val="000000"/>
                </a:solidFill>
                <a:ea typeface="+mj-lt"/>
                <a:cs typeface="+mj-lt"/>
              </a:rPr>
              <a:t>Requirement</a:t>
            </a:r>
            <a:r>
              <a:rPr lang="en-US" sz="3200">
                <a:solidFill>
                  <a:srgbClr val="000000"/>
                </a:solidFill>
                <a:ea typeface="+mj-lt"/>
                <a:cs typeface="Aharoni"/>
              </a:rPr>
              <a:t> </a:t>
            </a:r>
            <a:r>
              <a:rPr lang="en-US" sz="3200">
                <a:cs typeface="Aharoni"/>
              </a:rPr>
              <a:t>Diagram</a:t>
            </a:r>
            <a:endParaRPr lang="en-US"/>
          </a:p>
        </p:txBody>
      </p:sp>
      <p:sp>
        <p:nvSpPr>
          <p:cNvPr id="4" name="Slide Number Placeholder 3">
            <a:extLst>
              <a:ext uri="{FF2B5EF4-FFF2-40B4-BE49-F238E27FC236}">
                <a16:creationId xmlns:a16="http://schemas.microsoft.com/office/drawing/2014/main" id="{871D8B7F-671F-900F-D610-CC816371F91E}"/>
              </a:ext>
            </a:extLst>
          </p:cNvPr>
          <p:cNvSpPr>
            <a:spLocks noGrp="1"/>
          </p:cNvSpPr>
          <p:nvPr>
            <p:ph type="sldNum" sz="quarter" idx="12"/>
          </p:nvPr>
        </p:nvSpPr>
        <p:spPr/>
        <p:txBody>
          <a:bodyPr/>
          <a:lstStyle/>
          <a:p>
            <a:fld id="{B6E51535-B494-4AB4-A54F-324301EC28A2}" type="slidenum">
              <a:rPr lang="en-US" smtClean="0"/>
              <a:t>4</a:t>
            </a:fld>
            <a:endParaRPr lang="en-US"/>
          </a:p>
        </p:txBody>
      </p:sp>
      <p:pic>
        <p:nvPicPr>
          <p:cNvPr id="10" name="Content Placeholder 5" descr="A screenshot of a computer screen&#10;&#10;AI-generated content may be incorrect.">
            <a:extLst>
              <a:ext uri="{FF2B5EF4-FFF2-40B4-BE49-F238E27FC236}">
                <a16:creationId xmlns:a16="http://schemas.microsoft.com/office/drawing/2014/main" id="{439B46A0-E47B-4595-0BE9-5C0EA37D8BA2}"/>
              </a:ext>
            </a:extLst>
          </p:cNvPr>
          <p:cNvPicPr>
            <a:picLocks noChangeAspect="1"/>
          </p:cNvPicPr>
          <p:nvPr/>
        </p:nvPicPr>
        <p:blipFill>
          <a:blip r:embed="rId2"/>
          <a:srcRect l="18195" t="9018" r="49120" b="78250"/>
          <a:stretch>
            <a:fillRect/>
          </a:stretch>
        </p:blipFill>
        <p:spPr>
          <a:xfrm>
            <a:off x="-1899" y="1359626"/>
            <a:ext cx="2156550" cy="697228"/>
          </a:xfrm>
          <a:prstGeom prst="rect">
            <a:avLst/>
          </a:prstGeom>
        </p:spPr>
      </p:pic>
      <p:pic>
        <p:nvPicPr>
          <p:cNvPr id="18" name="Content Placeholder 5" descr="A screenshot of a computer screen&#10;&#10;AI-generated content may be incorrect.">
            <a:extLst>
              <a:ext uri="{FF2B5EF4-FFF2-40B4-BE49-F238E27FC236}">
                <a16:creationId xmlns:a16="http://schemas.microsoft.com/office/drawing/2014/main" id="{B4CA1112-CDB4-CCC6-95FB-D5B8D78C6306}"/>
              </a:ext>
            </a:extLst>
          </p:cNvPr>
          <p:cNvPicPr>
            <a:picLocks noChangeAspect="1"/>
          </p:cNvPicPr>
          <p:nvPr/>
        </p:nvPicPr>
        <p:blipFill>
          <a:blip r:embed="rId2"/>
          <a:srcRect l="50638" t="13512" r="-841" b="13790"/>
          <a:stretch>
            <a:fillRect/>
          </a:stretch>
        </p:blipFill>
        <p:spPr>
          <a:xfrm>
            <a:off x="2151647" y="1607376"/>
            <a:ext cx="8373949" cy="3981142"/>
          </a:xfrm>
          <a:prstGeom prst="rect">
            <a:avLst/>
          </a:prstGeom>
        </p:spPr>
      </p:pic>
    </p:spTree>
    <p:extLst>
      <p:ext uri="{BB962C8B-B14F-4D97-AF65-F5344CB8AC3E}">
        <p14:creationId xmlns:p14="http://schemas.microsoft.com/office/powerpoint/2010/main" val="388650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929DD-2C11-4B13-86A9-048104F1679A}"/>
              </a:ext>
            </a:extLst>
          </p:cNvPr>
          <p:cNvSpPr>
            <a:spLocks noGrp="1"/>
          </p:cNvSpPr>
          <p:nvPr>
            <p:ph type="title"/>
          </p:nvPr>
        </p:nvSpPr>
        <p:spPr/>
        <p:txBody>
          <a:bodyPr>
            <a:normAutofit fontScale="90000"/>
          </a:bodyPr>
          <a:lstStyle/>
          <a:p>
            <a:r>
              <a:rPr lang="en-US"/>
              <a:t>Activity – System</a:t>
            </a:r>
          </a:p>
        </p:txBody>
      </p:sp>
      <p:sp>
        <p:nvSpPr>
          <p:cNvPr id="4" name="Slide Number Placeholder 3">
            <a:extLst>
              <a:ext uri="{FF2B5EF4-FFF2-40B4-BE49-F238E27FC236}">
                <a16:creationId xmlns:a16="http://schemas.microsoft.com/office/drawing/2014/main" id="{0BEAB870-A85D-BB75-AABB-40EB9F99A279}"/>
              </a:ext>
            </a:extLst>
          </p:cNvPr>
          <p:cNvSpPr>
            <a:spLocks noGrp="1"/>
          </p:cNvSpPr>
          <p:nvPr>
            <p:ph type="sldNum" sz="quarter" idx="12"/>
          </p:nvPr>
        </p:nvSpPr>
        <p:spPr/>
        <p:txBody>
          <a:bodyPr/>
          <a:lstStyle/>
          <a:p>
            <a:fld id="{B6E51535-B494-4AB4-A54F-324301EC28A2}" type="slidenum">
              <a:rPr lang="en-US" smtClean="0"/>
              <a:t>5</a:t>
            </a:fld>
            <a:endParaRPr lang="en-US"/>
          </a:p>
        </p:txBody>
      </p:sp>
      <p:pic>
        <p:nvPicPr>
          <p:cNvPr id="6" name="Picture 5">
            <a:extLst>
              <a:ext uri="{FF2B5EF4-FFF2-40B4-BE49-F238E27FC236}">
                <a16:creationId xmlns:a16="http://schemas.microsoft.com/office/drawing/2014/main" id="{FD3FB619-FF2D-4843-F485-B0B04B09A131}"/>
              </a:ext>
            </a:extLst>
          </p:cNvPr>
          <p:cNvPicPr>
            <a:picLocks noChangeAspect="1"/>
          </p:cNvPicPr>
          <p:nvPr/>
        </p:nvPicPr>
        <p:blipFill>
          <a:blip r:embed="rId2"/>
          <a:stretch>
            <a:fillRect/>
          </a:stretch>
        </p:blipFill>
        <p:spPr>
          <a:xfrm>
            <a:off x="2195412" y="918801"/>
            <a:ext cx="8179980" cy="5802674"/>
          </a:xfrm>
          <a:prstGeom prst="rect">
            <a:avLst/>
          </a:prstGeom>
        </p:spPr>
      </p:pic>
    </p:spTree>
    <p:extLst>
      <p:ext uri="{BB962C8B-B14F-4D97-AF65-F5344CB8AC3E}">
        <p14:creationId xmlns:p14="http://schemas.microsoft.com/office/powerpoint/2010/main" val="564604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658D6-2BE5-59EC-9A2F-BD95EF48D0FC}"/>
              </a:ext>
            </a:extLst>
          </p:cNvPr>
          <p:cNvSpPr>
            <a:spLocks noGrp="1"/>
          </p:cNvSpPr>
          <p:nvPr>
            <p:ph type="title"/>
          </p:nvPr>
        </p:nvSpPr>
        <p:spPr>
          <a:xfrm>
            <a:off x="838200" y="301118"/>
            <a:ext cx="9537192" cy="510032"/>
          </a:xfrm>
        </p:spPr>
        <p:txBody>
          <a:bodyPr anchor="ctr">
            <a:normAutofit/>
          </a:bodyPr>
          <a:lstStyle/>
          <a:p>
            <a:r>
              <a:rPr lang="en-US" sz="2800"/>
              <a:t>Block Definition Diagram</a:t>
            </a:r>
          </a:p>
        </p:txBody>
      </p:sp>
      <p:pic>
        <p:nvPicPr>
          <p:cNvPr id="6" name="Picture 5">
            <a:extLst>
              <a:ext uri="{FF2B5EF4-FFF2-40B4-BE49-F238E27FC236}">
                <a16:creationId xmlns:a16="http://schemas.microsoft.com/office/drawing/2014/main" id="{CC3CB7E6-2776-884D-9D7F-19FF61E7F008}"/>
              </a:ext>
            </a:extLst>
          </p:cNvPr>
          <p:cNvPicPr>
            <a:picLocks noChangeAspect="1"/>
          </p:cNvPicPr>
          <p:nvPr/>
        </p:nvPicPr>
        <p:blipFill>
          <a:blip r:embed="rId2"/>
          <a:stretch>
            <a:fillRect/>
          </a:stretch>
        </p:blipFill>
        <p:spPr>
          <a:xfrm>
            <a:off x="1643743" y="972839"/>
            <a:ext cx="8644563" cy="5748636"/>
          </a:xfrm>
          <a:prstGeom prst="rect">
            <a:avLst/>
          </a:prstGeom>
          <a:noFill/>
        </p:spPr>
      </p:pic>
      <p:sp>
        <p:nvSpPr>
          <p:cNvPr id="4" name="Slide Number Placeholder 3">
            <a:extLst>
              <a:ext uri="{FF2B5EF4-FFF2-40B4-BE49-F238E27FC236}">
                <a16:creationId xmlns:a16="http://schemas.microsoft.com/office/drawing/2014/main" id="{E226B25D-536F-CD07-21C3-A2440E87E06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6E51535-B494-4AB4-A54F-324301EC28A2}" type="slidenum">
              <a:rPr lang="en-US" smtClean="0"/>
              <a:pPr>
                <a:spcAft>
                  <a:spcPts val="600"/>
                </a:spcAft>
              </a:pPr>
              <a:t>6</a:t>
            </a:fld>
            <a:endParaRPr lang="en-US"/>
          </a:p>
        </p:txBody>
      </p:sp>
    </p:spTree>
    <p:extLst>
      <p:ext uri="{BB962C8B-B14F-4D97-AF65-F5344CB8AC3E}">
        <p14:creationId xmlns:p14="http://schemas.microsoft.com/office/powerpoint/2010/main" val="3153138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E03A-1A6F-58FC-E7E9-819A12DABCC8}"/>
              </a:ext>
            </a:extLst>
          </p:cNvPr>
          <p:cNvSpPr>
            <a:spLocks noGrp="1"/>
          </p:cNvSpPr>
          <p:nvPr>
            <p:ph type="title"/>
          </p:nvPr>
        </p:nvSpPr>
        <p:spPr/>
        <p:txBody>
          <a:bodyPr>
            <a:normAutofit fontScale="90000"/>
          </a:bodyPr>
          <a:lstStyle/>
          <a:p>
            <a:r>
              <a:rPr lang="en-US"/>
              <a:t>IBD – Follower</a:t>
            </a:r>
          </a:p>
        </p:txBody>
      </p:sp>
      <p:sp>
        <p:nvSpPr>
          <p:cNvPr id="4" name="Slide Number Placeholder 3">
            <a:extLst>
              <a:ext uri="{FF2B5EF4-FFF2-40B4-BE49-F238E27FC236}">
                <a16:creationId xmlns:a16="http://schemas.microsoft.com/office/drawing/2014/main" id="{C97A1F09-33ED-4A37-C203-090171FDC24A}"/>
              </a:ext>
            </a:extLst>
          </p:cNvPr>
          <p:cNvSpPr>
            <a:spLocks noGrp="1"/>
          </p:cNvSpPr>
          <p:nvPr>
            <p:ph type="sldNum" sz="quarter" idx="12"/>
          </p:nvPr>
        </p:nvSpPr>
        <p:spPr/>
        <p:txBody>
          <a:bodyPr/>
          <a:lstStyle/>
          <a:p>
            <a:fld id="{B6E51535-B494-4AB4-A54F-324301EC28A2}" type="slidenum">
              <a:rPr lang="en-US" smtClean="0"/>
              <a:t>7</a:t>
            </a:fld>
            <a:endParaRPr lang="en-US"/>
          </a:p>
        </p:txBody>
      </p:sp>
      <p:pic>
        <p:nvPicPr>
          <p:cNvPr id="6" name="Picture 5">
            <a:extLst>
              <a:ext uri="{FF2B5EF4-FFF2-40B4-BE49-F238E27FC236}">
                <a16:creationId xmlns:a16="http://schemas.microsoft.com/office/drawing/2014/main" id="{9D40EF85-4043-63CF-1FA5-275AE4A87816}"/>
              </a:ext>
            </a:extLst>
          </p:cNvPr>
          <p:cNvPicPr>
            <a:picLocks noChangeAspect="1"/>
          </p:cNvPicPr>
          <p:nvPr/>
        </p:nvPicPr>
        <p:blipFill>
          <a:blip r:embed="rId2"/>
          <a:srcRect l="4286" t="6156" b="1319"/>
          <a:stretch>
            <a:fillRect/>
          </a:stretch>
        </p:blipFill>
        <p:spPr>
          <a:xfrm>
            <a:off x="261257" y="943108"/>
            <a:ext cx="11669486" cy="5778367"/>
          </a:xfrm>
          <a:prstGeom prst="rect">
            <a:avLst/>
          </a:prstGeom>
        </p:spPr>
      </p:pic>
    </p:spTree>
    <p:extLst>
      <p:ext uri="{BB962C8B-B14F-4D97-AF65-F5344CB8AC3E}">
        <p14:creationId xmlns:p14="http://schemas.microsoft.com/office/powerpoint/2010/main" val="2947951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95835-B471-3F66-AEBB-A01B150AA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A8525E-0377-9562-1AAF-AF63EF75CE8B}"/>
              </a:ext>
            </a:extLst>
          </p:cNvPr>
          <p:cNvSpPr>
            <a:spLocks noGrp="1"/>
          </p:cNvSpPr>
          <p:nvPr>
            <p:ph type="title"/>
          </p:nvPr>
        </p:nvSpPr>
        <p:spPr>
          <a:xfrm>
            <a:off x="838200" y="301118"/>
            <a:ext cx="9537192" cy="510032"/>
          </a:xfrm>
        </p:spPr>
        <p:txBody>
          <a:bodyPr anchor="ctr">
            <a:normAutofit/>
          </a:bodyPr>
          <a:lstStyle/>
          <a:p>
            <a:r>
              <a:rPr lang="en-US" sz="2800"/>
              <a:t>Allocation Diagram</a:t>
            </a:r>
          </a:p>
        </p:txBody>
      </p:sp>
      <p:sp>
        <p:nvSpPr>
          <p:cNvPr id="4" name="Slide Number Placeholder 3">
            <a:extLst>
              <a:ext uri="{FF2B5EF4-FFF2-40B4-BE49-F238E27FC236}">
                <a16:creationId xmlns:a16="http://schemas.microsoft.com/office/drawing/2014/main" id="{DFC44C6B-A7FD-F5B8-A21E-137554512C58}"/>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6E51535-B494-4AB4-A54F-324301EC28A2}" type="slidenum">
              <a:rPr lang="en-US" smtClean="0"/>
              <a:pPr>
                <a:spcAft>
                  <a:spcPts val="600"/>
                </a:spcAft>
              </a:pPr>
              <a:t>8</a:t>
            </a:fld>
            <a:endParaRPr lang="en-US"/>
          </a:p>
        </p:txBody>
      </p:sp>
      <p:pic>
        <p:nvPicPr>
          <p:cNvPr id="12" name="Content Placeholder 11" descr="A diagram of a program&#10;&#10;AI-generated content may be incorrect.">
            <a:extLst>
              <a:ext uri="{FF2B5EF4-FFF2-40B4-BE49-F238E27FC236}">
                <a16:creationId xmlns:a16="http://schemas.microsoft.com/office/drawing/2014/main" id="{A763C917-46D8-4F22-3562-3C25E692E61B}"/>
              </a:ext>
            </a:extLst>
          </p:cNvPr>
          <p:cNvPicPr>
            <a:picLocks noGrp="1" noChangeAspect="1"/>
          </p:cNvPicPr>
          <p:nvPr>
            <p:ph idx="1"/>
          </p:nvPr>
        </p:nvPicPr>
        <p:blipFill>
          <a:blip r:embed="rId2"/>
          <a:stretch>
            <a:fillRect/>
          </a:stretch>
        </p:blipFill>
        <p:spPr>
          <a:xfrm>
            <a:off x="835152" y="1263707"/>
            <a:ext cx="6096000" cy="2323669"/>
          </a:xfrm>
          <a:prstGeom prst="rect">
            <a:avLst/>
          </a:prstGeom>
        </p:spPr>
      </p:pic>
      <p:pic>
        <p:nvPicPr>
          <p:cNvPr id="13" name="Picture 12" descr="A diagram of a system&#10;&#10;AI-generated content may be incorrect.">
            <a:extLst>
              <a:ext uri="{FF2B5EF4-FFF2-40B4-BE49-F238E27FC236}">
                <a16:creationId xmlns:a16="http://schemas.microsoft.com/office/drawing/2014/main" id="{1F7DF105-8C51-472D-0256-BE3597E24A4B}"/>
              </a:ext>
            </a:extLst>
          </p:cNvPr>
          <p:cNvPicPr>
            <a:picLocks noChangeAspect="1"/>
          </p:cNvPicPr>
          <p:nvPr/>
        </p:nvPicPr>
        <p:blipFill>
          <a:blip r:embed="rId3"/>
          <a:stretch>
            <a:fillRect/>
          </a:stretch>
        </p:blipFill>
        <p:spPr>
          <a:xfrm>
            <a:off x="835152" y="3587090"/>
            <a:ext cx="6217920" cy="2347773"/>
          </a:xfrm>
          <a:prstGeom prst="rect">
            <a:avLst/>
          </a:prstGeom>
        </p:spPr>
      </p:pic>
      <p:pic>
        <p:nvPicPr>
          <p:cNvPr id="15" name="Picture 14" descr="A diagram of a program&#10;&#10;AI-generated content may be incorrect.">
            <a:extLst>
              <a:ext uri="{FF2B5EF4-FFF2-40B4-BE49-F238E27FC236}">
                <a16:creationId xmlns:a16="http://schemas.microsoft.com/office/drawing/2014/main" id="{639A7635-7E01-50DB-E528-ADC19E9825B1}"/>
              </a:ext>
            </a:extLst>
          </p:cNvPr>
          <p:cNvPicPr>
            <a:picLocks noChangeAspect="1"/>
          </p:cNvPicPr>
          <p:nvPr/>
        </p:nvPicPr>
        <p:blipFill>
          <a:blip r:embed="rId4"/>
          <a:stretch>
            <a:fillRect/>
          </a:stretch>
        </p:blipFill>
        <p:spPr>
          <a:xfrm>
            <a:off x="7053072" y="2633348"/>
            <a:ext cx="4267200" cy="1908296"/>
          </a:xfrm>
          <a:prstGeom prst="rect">
            <a:avLst/>
          </a:prstGeom>
        </p:spPr>
      </p:pic>
    </p:spTree>
    <p:extLst>
      <p:ext uri="{BB962C8B-B14F-4D97-AF65-F5344CB8AC3E}">
        <p14:creationId xmlns:p14="http://schemas.microsoft.com/office/powerpoint/2010/main" val="3313440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D44CF-8C2C-3CE4-57C1-0C52C9B8BE0A}"/>
              </a:ext>
            </a:extLst>
          </p:cNvPr>
          <p:cNvSpPr>
            <a:spLocks noGrp="1"/>
          </p:cNvSpPr>
          <p:nvPr>
            <p:ph type="title"/>
          </p:nvPr>
        </p:nvSpPr>
        <p:spPr/>
        <p:txBody>
          <a:bodyPr>
            <a:normAutofit fontScale="90000"/>
          </a:bodyPr>
          <a:lstStyle/>
          <a:p>
            <a:r>
              <a:rPr lang="en-US">
                <a:cs typeface="Aharoni"/>
              </a:rPr>
              <a:t>Allocation Diagram (Continue)</a:t>
            </a:r>
            <a:endParaRPr lang="en-US"/>
          </a:p>
        </p:txBody>
      </p:sp>
      <p:pic>
        <p:nvPicPr>
          <p:cNvPr id="5" name="Content Placeholder 4" descr="A diagram of a cruise control&#10;&#10;AI-generated content may be incorrect.">
            <a:extLst>
              <a:ext uri="{FF2B5EF4-FFF2-40B4-BE49-F238E27FC236}">
                <a16:creationId xmlns:a16="http://schemas.microsoft.com/office/drawing/2014/main" id="{61420C86-81E2-743C-B57B-AA1D226F8BEB}"/>
              </a:ext>
            </a:extLst>
          </p:cNvPr>
          <p:cNvPicPr>
            <a:picLocks noGrp="1" noChangeAspect="1"/>
          </p:cNvPicPr>
          <p:nvPr>
            <p:ph idx="1"/>
          </p:nvPr>
        </p:nvPicPr>
        <p:blipFill>
          <a:blip r:embed="rId2"/>
          <a:stretch>
            <a:fillRect/>
          </a:stretch>
        </p:blipFill>
        <p:spPr>
          <a:xfrm>
            <a:off x="2560320" y="1108114"/>
            <a:ext cx="6096000" cy="2586087"/>
          </a:xfrm>
          <a:prstGeom prst="rect">
            <a:avLst/>
          </a:prstGeom>
        </p:spPr>
      </p:pic>
      <p:sp>
        <p:nvSpPr>
          <p:cNvPr id="4" name="Slide Number Placeholder 3">
            <a:extLst>
              <a:ext uri="{FF2B5EF4-FFF2-40B4-BE49-F238E27FC236}">
                <a16:creationId xmlns:a16="http://schemas.microsoft.com/office/drawing/2014/main" id="{9045DF77-C732-AD7C-6A3B-F3622B252A6B}"/>
              </a:ext>
            </a:extLst>
          </p:cNvPr>
          <p:cNvSpPr>
            <a:spLocks noGrp="1"/>
          </p:cNvSpPr>
          <p:nvPr>
            <p:ph type="sldNum" sz="quarter" idx="12"/>
          </p:nvPr>
        </p:nvSpPr>
        <p:spPr/>
        <p:txBody>
          <a:bodyPr/>
          <a:lstStyle/>
          <a:p>
            <a:fld id="{B6E51535-B494-4AB4-A54F-324301EC28A2}" type="slidenum">
              <a:rPr lang="en-US" smtClean="0"/>
              <a:t>9</a:t>
            </a:fld>
            <a:endParaRPr lang="en-US"/>
          </a:p>
        </p:txBody>
      </p:sp>
      <p:pic>
        <p:nvPicPr>
          <p:cNvPr id="6" name="Picture 5" descr="A diagram of a computer system&#10;&#10;AI-generated content may be incorrect.">
            <a:extLst>
              <a:ext uri="{FF2B5EF4-FFF2-40B4-BE49-F238E27FC236}">
                <a16:creationId xmlns:a16="http://schemas.microsoft.com/office/drawing/2014/main" id="{EA2E8AF1-FCA9-47F0-4349-81A5880875FD}"/>
              </a:ext>
            </a:extLst>
          </p:cNvPr>
          <p:cNvPicPr>
            <a:picLocks noChangeAspect="1"/>
          </p:cNvPicPr>
          <p:nvPr/>
        </p:nvPicPr>
        <p:blipFill>
          <a:blip r:embed="rId3"/>
          <a:stretch>
            <a:fillRect/>
          </a:stretch>
        </p:blipFill>
        <p:spPr>
          <a:xfrm>
            <a:off x="2474976" y="3918364"/>
            <a:ext cx="6260592" cy="2221671"/>
          </a:xfrm>
          <a:prstGeom prst="rect">
            <a:avLst/>
          </a:prstGeom>
        </p:spPr>
      </p:pic>
    </p:spTree>
    <p:extLst>
      <p:ext uri="{BB962C8B-B14F-4D97-AF65-F5344CB8AC3E}">
        <p14:creationId xmlns:p14="http://schemas.microsoft.com/office/powerpoint/2010/main" val="2004589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1079-C307-A0F1-3C61-54F266837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6CEB4-30FB-1A50-EE98-6C98EA83F43C}"/>
              </a:ext>
            </a:extLst>
          </p:cNvPr>
          <p:cNvSpPr>
            <a:spLocks noGrp="1"/>
          </p:cNvSpPr>
          <p:nvPr>
            <p:ph type="title"/>
          </p:nvPr>
        </p:nvSpPr>
        <p:spPr/>
        <p:txBody>
          <a:bodyPr>
            <a:normAutofit fontScale="90000"/>
          </a:bodyPr>
          <a:lstStyle/>
          <a:p>
            <a:r>
              <a:rPr lang="en-US" sz="3200">
                <a:ea typeface="+mj-lt"/>
                <a:cs typeface="+mj-lt"/>
              </a:rPr>
              <a:t>Context </a:t>
            </a:r>
            <a:r>
              <a:rPr lang="en-US" sz="3200">
                <a:cs typeface="Aharoni"/>
              </a:rPr>
              <a:t>Diagram</a:t>
            </a:r>
            <a:endParaRPr lang="en-US"/>
          </a:p>
        </p:txBody>
      </p:sp>
      <p:pic>
        <p:nvPicPr>
          <p:cNvPr id="5" name="Content Placeholder 4" descr="A screenshot of a computer&#10;&#10;AI-generated content may be incorrect.">
            <a:extLst>
              <a:ext uri="{FF2B5EF4-FFF2-40B4-BE49-F238E27FC236}">
                <a16:creationId xmlns:a16="http://schemas.microsoft.com/office/drawing/2014/main" id="{A4DC23B6-43DE-3828-2402-8E5B13D8B923}"/>
              </a:ext>
            </a:extLst>
          </p:cNvPr>
          <p:cNvPicPr>
            <a:picLocks noGrp="1" noChangeAspect="1"/>
          </p:cNvPicPr>
          <p:nvPr>
            <p:ph idx="1"/>
          </p:nvPr>
        </p:nvPicPr>
        <p:blipFill>
          <a:blip r:embed="rId2"/>
          <a:stretch>
            <a:fillRect/>
          </a:stretch>
        </p:blipFill>
        <p:spPr>
          <a:xfrm>
            <a:off x="1738312" y="1312259"/>
            <a:ext cx="8715375" cy="4457700"/>
          </a:xfrm>
          <a:prstGeom prst="rect">
            <a:avLst/>
          </a:prstGeom>
        </p:spPr>
      </p:pic>
      <p:sp>
        <p:nvSpPr>
          <p:cNvPr id="4" name="Slide Number Placeholder 3">
            <a:extLst>
              <a:ext uri="{FF2B5EF4-FFF2-40B4-BE49-F238E27FC236}">
                <a16:creationId xmlns:a16="http://schemas.microsoft.com/office/drawing/2014/main" id="{5D395C97-F686-2DE9-D2E5-08B019DD7AC5}"/>
              </a:ext>
            </a:extLst>
          </p:cNvPr>
          <p:cNvSpPr>
            <a:spLocks noGrp="1"/>
          </p:cNvSpPr>
          <p:nvPr>
            <p:ph type="sldNum" sz="quarter" idx="12"/>
          </p:nvPr>
        </p:nvSpPr>
        <p:spPr/>
        <p:txBody>
          <a:bodyPr/>
          <a:lstStyle/>
          <a:p>
            <a:fld id="{B6E51535-B494-4AB4-A54F-324301EC28A2}" type="slidenum">
              <a:rPr lang="en-US" smtClean="0"/>
              <a:t>10</a:t>
            </a:fld>
            <a:endParaRPr lang="en-US"/>
          </a:p>
        </p:txBody>
      </p:sp>
    </p:spTree>
    <p:extLst>
      <p:ext uri="{BB962C8B-B14F-4D97-AF65-F5344CB8AC3E}">
        <p14:creationId xmlns:p14="http://schemas.microsoft.com/office/powerpoint/2010/main" val="1803398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309DA-7DA0-79F9-81E1-A9BEADEAC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5D9F5-66D4-8EC0-C26B-4E010D2670EC}"/>
              </a:ext>
            </a:extLst>
          </p:cNvPr>
          <p:cNvSpPr>
            <a:spLocks noGrp="1"/>
          </p:cNvSpPr>
          <p:nvPr>
            <p:ph type="title"/>
          </p:nvPr>
        </p:nvSpPr>
        <p:spPr/>
        <p:txBody>
          <a:bodyPr>
            <a:normAutofit fontScale="90000"/>
          </a:bodyPr>
          <a:lstStyle/>
          <a:p>
            <a:r>
              <a:rPr lang="en-US" sz="3200">
                <a:ea typeface="+mj-lt"/>
                <a:cs typeface="+mj-lt"/>
              </a:rPr>
              <a:t>Interaction </a:t>
            </a:r>
            <a:r>
              <a:rPr lang="en-US" sz="3200">
                <a:cs typeface="Aharoni"/>
              </a:rPr>
              <a:t>Diagram</a:t>
            </a:r>
            <a:endParaRPr lang="en-US"/>
          </a:p>
        </p:txBody>
      </p:sp>
      <p:pic>
        <p:nvPicPr>
          <p:cNvPr id="5" name="Content Placeholder 4" descr="A computer screen shot of a computer program">
            <a:extLst>
              <a:ext uri="{FF2B5EF4-FFF2-40B4-BE49-F238E27FC236}">
                <a16:creationId xmlns:a16="http://schemas.microsoft.com/office/drawing/2014/main" id="{6C8FFB0A-3389-34BA-6795-34987E78C95F}"/>
              </a:ext>
            </a:extLst>
          </p:cNvPr>
          <p:cNvPicPr>
            <a:picLocks noGrp="1" noChangeAspect="1"/>
          </p:cNvPicPr>
          <p:nvPr>
            <p:ph idx="1"/>
          </p:nvPr>
        </p:nvPicPr>
        <p:blipFill>
          <a:blip r:embed="rId2"/>
          <a:stretch>
            <a:fillRect/>
          </a:stretch>
        </p:blipFill>
        <p:spPr>
          <a:xfrm>
            <a:off x="1021103" y="905256"/>
            <a:ext cx="10149793" cy="5271707"/>
          </a:xfrm>
          <a:prstGeom prst="rect">
            <a:avLst/>
          </a:prstGeom>
        </p:spPr>
      </p:pic>
      <p:sp>
        <p:nvSpPr>
          <p:cNvPr id="4" name="Slide Number Placeholder 3">
            <a:extLst>
              <a:ext uri="{FF2B5EF4-FFF2-40B4-BE49-F238E27FC236}">
                <a16:creationId xmlns:a16="http://schemas.microsoft.com/office/drawing/2014/main" id="{312B57BC-ED91-8BF4-C886-8B6B7EF1BD8A}"/>
              </a:ext>
            </a:extLst>
          </p:cNvPr>
          <p:cNvSpPr>
            <a:spLocks noGrp="1"/>
          </p:cNvSpPr>
          <p:nvPr>
            <p:ph type="sldNum" sz="quarter" idx="12"/>
          </p:nvPr>
        </p:nvSpPr>
        <p:spPr/>
        <p:txBody>
          <a:bodyPr/>
          <a:lstStyle/>
          <a:p>
            <a:fld id="{B6E51535-B494-4AB4-A54F-324301EC28A2}" type="slidenum">
              <a:rPr lang="en-US" smtClean="0"/>
              <a:t>11</a:t>
            </a:fld>
            <a:endParaRPr lang="en-US"/>
          </a:p>
        </p:txBody>
      </p:sp>
    </p:spTree>
    <p:extLst>
      <p:ext uri="{BB962C8B-B14F-4D97-AF65-F5344CB8AC3E}">
        <p14:creationId xmlns:p14="http://schemas.microsoft.com/office/powerpoint/2010/main" val="204718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133AC-895F-7E7E-5171-ACAC9D4F4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42F82-117C-965F-362F-5627E8D0EB67}"/>
              </a:ext>
            </a:extLst>
          </p:cNvPr>
          <p:cNvSpPr>
            <a:spLocks noGrp="1"/>
          </p:cNvSpPr>
          <p:nvPr>
            <p:ph type="title"/>
          </p:nvPr>
        </p:nvSpPr>
        <p:spPr>
          <a:xfrm>
            <a:off x="838200" y="301118"/>
            <a:ext cx="9537192" cy="510032"/>
          </a:xfrm>
        </p:spPr>
        <p:txBody>
          <a:bodyPr anchor="ctr">
            <a:normAutofit/>
          </a:bodyPr>
          <a:lstStyle/>
          <a:p>
            <a:r>
              <a:rPr lang="en-US" sz="2800"/>
              <a:t>Parametric Diagram</a:t>
            </a:r>
          </a:p>
        </p:txBody>
      </p:sp>
      <p:pic>
        <p:nvPicPr>
          <p:cNvPr id="11" name="Content Placeholder 10" descr="A screenshot of a computer screen&#10;&#10;AI-generated content may be incorrect.">
            <a:extLst>
              <a:ext uri="{FF2B5EF4-FFF2-40B4-BE49-F238E27FC236}">
                <a16:creationId xmlns:a16="http://schemas.microsoft.com/office/drawing/2014/main" id="{9D843C4D-A10C-0F15-BAFE-21D6D391FC48}"/>
              </a:ext>
            </a:extLst>
          </p:cNvPr>
          <p:cNvPicPr>
            <a:picLocks noGrp="1" noChangeAspect="1"/>
          </p:cNvPicPr>
          <p:nvPr>
            <p:ph idx="1"/>
          </p:nvPr>
        </p:nvPicPr>
        <p:blipFill>
          <a:blip r:embed="rId2"/>
          <a:stretch>
            <a:fillRect/>
          </a:stretch>
        </p:blipFill>
        <p:spPr>
          <a:xfrm>
            <a:off x="3608717" y="804615"/>
            <a:ext cx="4982961" cy="5490239"/>
          </a:xfrm>
          <a:prstGeom prst="rect">
            <a:avLst/>
          </a:prstGeom>
          <a:noFill/>
        </p:spPr>
      </p:pic>
      <p:sp>
        <p:nvSpPr>
          <p:cNvPr id="4" name="Slide Number Placeholder 3">
            <a:extLst>
              <a:ext uri="{FF2B5EF4-FFF2-40B4-BE49-F238E27FC236}">
                <a16:creationId xmlns:a16="http://schemas.microsoft.com/office/drawing/2014/main" id="{680C4F58-51F8-884B-BE9B-F8072F491483}"/>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6E51535-B494-4AB4-A54F-324301EC28A2}" type="slidenum">
              <a:rPr lang="en-US" smtClean="0"/>
              <a:pPr>
                <a:spcAft>
                  <a:spcPts val="600"/>
                </a:spcAft>
              </a:pPr>
              <a:t>12</a:t>
            </a:fld>
            <a:endParaRPr lang="en-US"/>
          </a:p>
        </p:txBody>
      </p:sp>
    </p:spTree>
    <p:extLst>
      <p:ext uri="{BB962C8B-B14F-4D97-AF65-F5344CB8AC3E}">
        <p14:creationId xmlns:p14="http://schemas.microsoft.com/office/powerpoint/2010/main" val="1004518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2674F-609F-F2F0-1C52-AACB013D5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828388-3D36-EA3F-82A6-A6507D0FE593}"/>
              </a:ext>
            </a:extLst>
          </p:cNvPr>
          <p:cNvSpPr>
            <a:spLocks noGrp="1"/>
          </p:cNvSpPr>
          <p:nvPr>
            <p:ph type="title"/>
          </p:nvPr>
        </p:nvSpPr>
        <p:spPr>
          <a:xfrm>
            <a:off x="838200" y="301118"/>
            <a:ext cx="9537192" cy="510032"/>
          </a:xfrm>
        </p:spPr>
        <p:txBody>
          <a:bodyPr anchor="ctr">
            <a:normAutofit/>
          </a:bodyPr>
          <a:lstStyle/>
          <a:p>
            <a:r>
              <a:rPr lang="en-US" sz="2800">
                <a:cs typeface="Aharoni"/>
                <a:hlinkClick r:id="rId2">
                  <a:extLst>
                    <a:ext uri="{A12FA001-AC4F-418D-AE19-62706E023703}">
                      <ahyp:hlinkClr xmlns:ahyp="http://schemas.microsoft.com/office/drawing/2018/hyperlinkcolor" val="tx"/>
                    </a:ext>
                  </a:extLst>
                </a:hlinkClick>
              </a:rPr>
              <a:t>TinkerCad Simulation</a:t>
            </a:r>
            <a:r>
              <a:rPr lang="en-US" sz="2800">
                <a:cs typeface="Aharoni"/>
              </a:rPr>
              <a:t> </a:t>
            </a:r>
          </a:p>
        </p:txBody>
      </p:sp>
      <p:sp>
        <p:nvSpPr>
          <p:cNvPr id="4" name="Slide Number Placeholder 3">
            <a:extLst>
              <a:ext uri="{FF2B5EF4-FFF2-40B4-BE49-F238E27FC236}">
                <a16:creationId xmlns:a16="http://schemas.microsoft.com/office/drawing/2014/main" id="{C04A5253-F6DE-970A-BEF5-2F771DABA451}"/>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6E51535-B494-4AB4-A54F-324301EC28A2}" type="slidenum">
              <a:rPr lang="en-US" smtClean="0"/>
              <a:pPr>
                <a:spcAft>
                  <a:spcPts val="600"/>
                </a:spcAft>
              </a:pPr>
              <a:t>13</a:t>
            </a:fld>
            <a:endParaRPr lang="en-US"/>
          </a:p>
        </p:txBody>
      </p:sp>
      <p:pic>
        <p:nvPicPr>
          <p:cNvPr id="7" name="Content Placeholder 6" descr="A diagram of a circuit board&#10;&#10;AI-generated content may be incorrect.">
            <a:extLst>
              <a:ext uri="{FF2B5EF4-FFF2-40B4-BE49-F238E27FC236}">
                <a16:creationId xmlns:a16="http://schemas.microsoft.com/office/drawing/2014/main" id="{86FC446B-6028-FE4F-40CB-074ADF894C04}"/>
              </a:ext>
            </a:extLst>
          </p:cNvPr>
          <p:cNvPicPr>
            <a:picLocks noGrp="1" noChangeAspect="1"/>
          </p:cNvPicPr>
          <p:nvPr>
            <p:ph idx="1"/>
          </p:nvPr>
        </p:nvPicPr>
        <p:blipFill>
          <a:blip r:embed="rId3"/>
          <a:stretch>
            <a:fillRect/>
          </a:stretch>
        </p:blipFill>
        <p:spPr>
          <a:xfrm>
            <a:off x="1792358" y="905256"/>
            <a:ext cx="8607284" cy="5271707"/>
          </a:xfrm>
          <a:prstGeom prst="rect">
            <a:avLst/>
          </a:prstGeom>
        </p:spPr>
      </p:pic>
    </p:spTree>
    <p:extLst>
      <p:ext uri="{BB962C8B-B14F-4D97-AF65-F5344CB8AC3E}">
        <p14:creationId xmlns:p14="http://schemas.microsoft.com/office/powerpoint/2010/main" val="305761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FFDE2-15C9-1376-8F37-57B16367B3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7FEED-7162-FB8D-9554-3D87DAC54883}"/>
              </a:ext>
            </a:extLst>
          </p:cNvPr>
          <p:cNvSpPr>
            <a:spLocks noGrp="1"/>
          </p:cNvSpPr>
          <p:nvPr>
            <p:ph type="title"/>
          </p:nvPr>
        </p:nvSpPr>
        <p:spPr>
          <a:xfrm>
            <a:off x="838200" y="301118"/>
            <a:ext cx="9537192" cy="510032"/>
          </a:xfrm>
        </p:spPr>
        <p:txBody>
          <a:bodyPr anchor="ctr">
            <a:normAutofit/>
          </a:bodyPr>
          <a:lstStyle/>
          <a:p>
            <a:r>
              <a:rPr lang="en-US" sz="2800">
                <a:cs typeface="Aharoni"/>
                <a:hlinkClick r:id="rId2">
                  <a:extLst>
                    <a:ext uri="{A12FA001-AC4F-418D-AE19-62706E023703}">
                      <ahyp:hlinkClr xmlns:ahyp="http://schemas.microsoft.com/office/drawing/2018/hyperlinkcolor" val="tx"/>
                    </a:ext>
                  </a:extLst>
                </a:hlinkClick>
              </a:rPr>
              <a:t>TinkerCad Simulation</a:t>
            </a:r>
            <a:r>
              <a:rPr lang="en-US" sz="2800">
                <a:cs typeface="Aharoni"/>
              </a:rPr>
              <a:t> </a:t>
            </a:r>
          </a:p>
        </p:txBody>
      </p:sp>
      <p:pic>
        <p:nvPicPr>
          <p:cNvPr id="6" name="Content Placeholder 5" descr="A diagram of a circuit board&#10;&#10;AI-generated content may be incorrect.">
            <a:extLst>
              <a:ext uri="{FF2B5EF4-FFF2-40B4-BE49-F238E27FC236}">
                <a16:creationId xmlns:a16="http://schemas.microsoft.com/office/drawing/2014/main" id="{71669854-0B8B-5780-AE58-E458EF10D110}"/>
              </a:ext>
            </a:extLst>
          </p:cNvPr>
          <p:cNvPicPr>
            <a:picLocks noGrp="1" noChangeAspect="1"/>
          </p:cNvPicPr>
          <p:nvPr>
            <p:ph idx="1"/>
          </p:nvPr>
        </p:nvPicPr>
        <p:blipFill>
          <a:blip r:embed="rId3"/>
          <a:stretch>
            <a:fillRect/>
          </a:stretch>
        </p:blipFill>
        <p:spPr>
          <a:xfrm>
            <a:off x="3254109" y="905256"/>
            <a:ext cx="5683781" cy="5271707"/>
          </a:xfrm>
          <a:prstGeom prst="rect">
            <a:avLst/>
          </a:prstGeom>
          <a:noFill/>
        </p:spPr>
      </p:pic>
      <p:sp>
        <p:nvSpPr>
          <p:cNvPr id="4" name="Slide Number Placeholder 3">
            <a:extLst>
              <a:ext uri="{FF2B5EF4-FFF2-40B4-BE49-F238E27FC236}">
                <a16:creationId xmlns:a16="http://schemas.microsoft.com/office/drawing/2014/main" id="{495F2F8D-0D88-3674-35BF-0622B5DC139B}"/>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6E51535-B494-4AB4-A54F-324301EC28A2}" type="slidenum">
              <a:rPr lang="en-US" smtClean="0"/>
              <a:pPr>
                <a:spcAft>
                  <a:spcPts val="600"/>
                </a:spcAft>
              </a:pPr>
              <a:t>14</a:t>
            </a:fld>
            <a:endParaRPr lang="en-US"/>
          </a:p>
        </p:txBody>
      </p:sp>
    </p:spTree>
    <p:extLst>
      <p:ext uri="{BB962C8B-B14F-4D97-AF65-F5344CB8AC3E}">
        <p14:creationId xmlns:p14="http://schemas.microsoft.com/office/powerpoint/2010/main" val="3813222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9D087-0700-1C60-1F27-FD90CCEA6C3E}"/>
              </a:ext>
            </a:extLst>
          </p:cNvPr>
          <p:cNvSpPr>
            <a:spLocks noGrp="1"/>
          </p:cNvSpPr>
          <p:nvPr>
            <p:ph type="title"/>
          </p:nvPr>
        </p:nvSpPr>
        <p:spPr/>
        <p:txBody>
          <a:bodyPr>
            <a:normAutofit fontScale="90000"/>
          </a:bodyPr>
          <a:lstStyle/>
          <a:p>
            <a:r>
              <a:rPr lang="en-US"/>
              <a:t>Scheduling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0895C4D-4795-90B3-90C3-1F839BE4C8B6}"/>
                  </a:ext>
                </a:extLst>
              </p:cNvPr>
              <p:cNvSpPr>
                <a:spLocks noGrp="1"/>
              </p:cNvSpPr>
              <p:nvPr>
                <p:ph idx="1"/>
              </p:nvPr>
            </p:nvSpPr>
            <p:spPr/>
            <p:txBody>
              <a:bodyPr>
                <a:normAutofit fontScale="92500" lnSpcReduction="10000"/>
              </a:bodyPr>
              <a:lstStyle/>
              <a:p>
                <a:r>
                  <a:rPr lang="en-US"/>
                  <a:t>each major leader/follower thread path and recorded per-iteration / per-event execution time using </a:t>
                </a:r>
                <a:r>
                  <a:rPr lang="en-US" b="1">
                    <a:solidFill>
                      <a:schemeClr val="accent1"/>
                    </a:solidFill>
                  </a:rPr>
                  <a:t>CLOCK_THREAD_CPUTIME_ID</a:t>
                </a:r>
              </a:p>
              <a:p>
                <a:r>
                  <a:rPr lang="en-US"/>
                  <a:t>Measured execution time on multiple simulation runs . Max is used as the “worst observed” execution time for each activity.</a:t>
                </a:r>
              </a:p>
              <a:p>
                <a:pPr lvl="1">
                  <a:buFont typeface="Wingdings" panose="05000000000000000000" pitchFamily="2" charset="2"/>
                  <a:buChar char="Ø"/>
                </a:pPr>
                <a:r>
                  <a:rPr lang="en-US"/>
                  <a:t>C</a:t>
                </a:r>
                <a:r>
                  <a:rPr lang="en-US" baseline="-25000"/>
                  <a:t>i</a:t>
                </a:r>
                <a:r>
                  <a:rPr lang="en-US"/>
                  <a:t>= max observed × margin</a:t>
                </a:r>
              </a:p>
              <a:p>
                <a:r>
                  <a:rPr lang="en-US"/>
                  <a:t>Mapped measured activities to a task set with:</a:t>
                </a:r>
              </a:p>
              <a:p>
                <a:pPr lvl="1"/>
                <a:r>
                  <a:rPr lang="en-US"/>
                  <a:t>T from design periods:  </a:t>
                </a:r>
              </a:p>
              <a:p>
                <a:pPr lvl="2"/>
                <a:r>
                  <a:rPr lang="en-US"/>
                  <a:t>LEADER_TICK_DT=250ms, </a:t>
                </a:r>
              </a:p>
              <a:p>
                <a:pPr lvl="2"/>
                <a:r>
                  <a:rPr lang="en-US"/>
                  <a:t>FOLLOWER_PHYS_DT=250ms</a:t>
                </a:r>
              </a:p>
              <a:p>
                <a:pPr lvl="2"/>
                <a:r>
                  <a:rPr lang="en-US"/>
                  <a:t>watchdog =100ms</a:t>
                </a:r>
              </a:p>
              <a:p>
                <a:pPr lvl="1"/>
                <a14:m>
                  <m:oMath xmlns:m="http://schemas.openxmlformats.org/officeDocument/2006/math">
                    <m:r>
                      <a:rPr lang="en-US" i="1">
                        <a:latin typeface="Cambria Math" panose="02040503050406030204" pitchFamily="18" charset="0"/>
                      </a:rPr>
                      <m:t>𝐷</m:t>
                    </m:r>
                  </m:oMath>
                </a14:m>
                <a:r>
                  <a:rPr lang="en-US"/>
                  <a:t> chosen as </a:t>
                </a:r>
                <a:r>
                  <a:rPr lang="en-US" b="1"/>
                  <a:t>implicit deadlines</a:t>
                </a:r>
                <a:r>
                  <a:rPr lang="en-US"/>
                  <a:t> (</a:t>
                </a:r>
                <a14:m>
                  <m:oMath xmlns:m="http://schemas.openxmlformats.org/officeDocument/2006/math">
                    <m:r>
                      <a:rPr lang="en-US" i="1">
                        <a:latin typeface="Cambria Math" panose="02040503050406030204" pitchFamily="18" charset="0"/>
                      </a:rPr>
                      <m:t>𝐷</m:t>
                    </m:r>
                    <m:r>
                      <a:rPr lang="en-US">
                        <a:latin typeface="Cambria Math" panose="02040503050406030204" pitchFamily="18" charset="0"/>
                      </a:rPr>
                      <m:t>=</m:t>
                    </m:r>
                    <m:r>
                      <a:rPr lang="en-US" i="1">
                        <a:latin typeface="Cambria Math" panose="02040503050406030204" pitchFamily="18" charset="0"/>
                      </a:rPr>
                      <m:t>𝑇</m:t>
                    </m:r>
                  </m:oMath>
                </a14:m>
                <a:r>
                  <a:rPr lang="en-US"/>
                  <a:t>)</a:t>
                </a:r>
              </a:p>
              <a:p>
                <a:r>
                  <a:rPr lang="en-US"/>
                  <a:t>Calculated CPU utilization for each system separately for single core CPU</a:t>
                </a:r>
              </a:p>
              <a:p>
                <a:pPr marL="0" indent="0">
                  <a:buNone/>
                </a:pPr>
                <a:r>
                  <a:rPr lang="en-US"/>
                  <a:t>​</a:t>
                </a:r>
              </a:p>
              <a:p>
                <a:pPr marL="0" indent="0">
                  <a:buNone/>
                </a:pPr>
                <a:r>
                  <a:rPr lang="en-US"/>
                  <a:t> </a:t>
                </a:r>
              </a:p>
            </p:txBody>
          </p:sp>
        </mc:Choice>
        <mc:Fallback>
          <p:sp>
            <p:nvSpPr>
              <p:cNvPr id="3" name="Content Placeholder 2">
                <a:extLst>
                  <a:ext uri="{FF2B5EF4-FFF2-40B4-BE49-F238E27FC236}">
                    <a16:creationId xmlns:a16="http://schemas.microsoft.com/office/drawing/2014/main" id="{90895C4D-4795-90B3-90C3-1F839BE4C8B6}"/>
                  </a:ext>
                </a:extLst>
              </p:cNvPr>
              <p:cNvSpPr>
                <a:spLocks noGrp="1" noRot="1" noChangeAspect="1" noMove="1" noResize="1" noEditPoints="1" noAdjustHandles="1" noChangeArrowheads="1" noChangeShapeType="1" noTextEdit="1"/>
              </p:cNvSpPr>
              <p:nvPr>
                <p:ph idx="1"/>
              </p:nvPr>
            </p:nvSpPr>
            <p:spPr>
              <a:blipFill>
                <a:blip r:embed="rId3"/>
                <a:stretch>
                  <a:fillRect l="-1043" t="-243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E173201-CD09-9E2E-CEDD-0B06FE302FF9}"/>
              </a:ext>
            </a:extLst>
          </p:cNvPr>
          <p:cNvSpPr>
            <a:spLocks noGrp="1"/>
          </p:cNvSpPr>
          <p:nvPr>
            <p:ph type="sldNum" sz="quarter" idx="12"/>
          </p:nvPr>
        </p:nvSpPr>
        <p:spPr/>
        <p:txBody>
          <a:bodyPr/>
          <a:lstStyle/>
          <a:p>
            <a:fld id="{B6E51535-B494-4AB4-A54F-324301EC28A2}" type="slidenum">
              <a:rPr lang="en-US" smtClean="0"/>
              <a:t>15</a:t>
            </a:fld>
            <a:endParaRPr lang="en-US"/>
          </a:p>
        </p:txBody>
      </p:sp>
    </p:spTree>
    <p:extLst>
      <p:ext uri="{BB962C8B-B14F-4D97-AF65-F5344CB8AC3E}">
        <p14:creationId xmlns:p14="http://schemas.microsoft.com/office/powerpoint/2010/main" val="4275525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226F-C2AD-B2D3-F8CE-C8659154475E}"/>
              </a:ext>
            </a:extLst>
          </p:cNvPr>
          <p:cNvSpPr>
            <a:spLocks noGrp="1"/>
          </p:cNvSpPr>
          <p:nvPr>
            <p:ph type="title"/>
          </p:nvPr>
        </p:nvSpPr>
        <p:spPr/>
        <p:txBody>
          <a:bodyPr>
            <a:normAutofit fontScale="90000"/>
          </a:bodyPr>
          <a:lstStyle/>
          <a:p>
            <a:r>
              <a:rPr lang="en-US"/>
              <a:t>Scheduling</a:t>
            </a:r>
          </a:p>
        </p:txBody>
      </p:sp>
      <p:graphicFrame>
        <p:nvGraphicFramePr>
          <p:cNvPr id="6" name="Content Placeholder 5">
            <a:extLst>
              <a:ext uri="{FF2B5EF4-FFF2-40B4-BE49-F238E27FC236}">
                <a16:creationId xmlns:a16="http://schemas.microsoft.com/office/drawing/2014/main" id="{D8626D12-8E27-E7C7-7093-23511EFE6C7C}"/>
              </a:ext>
            </a:extLst>
          </p:cNvPr>
          <p:cNvGraphicFramePr>
            <a:graphicFrameLocks noGrp="1"/>
          </p:cNvGraphicFramePr>
          <p:nvPr>
            <p:ph idx="1"/>
            <p:extLst>
              <p:ext uri="{D42A27DB-BD31-4B8C-83A1-F6EECF244321}">
                <p14:modId xmlns:p14="http://schemas.microsoft.com/office/powerpoint/2010/main" val="236503684"/>
              </p:ext>
            </p:extLst>
          </p:nvPr>
        </p:nvGraphicFramePr>
        <p:xfrm>
          <a:off x="502595" y="2810655"/>
          <a:ext cx="11186809" cy="3036121"/>
        </p:xfrm>
        <a:graphic>
          <a:graphicData uri="http://schemas.openxmlformats.org/drawingml/2006/table">
            <a:tbl>
              <a:tblPr/>
              <a:tblGrid>
                <a:gridCol w="696511">
                  <a:extLst>
                    <a:ext uri="{9D8B030D-6E8A-4147-A177-3AD203B41FA5}">
                      <a16:colId xmlns:a16="http://schemas.microsoft.com/office/drawing/2014/main" val="1829797992"/>
                    </a:ext>
                  </a:extLst>
                </a:gridCol>
                <a:gridCol w="995015">
                  <a:extLst>
                    <a:ext uri="{9D8B030D-6E8A-4147-A177-3AD203B41FA5}">
                      <a16:colId xmlns:a16="http://schemas.microsoft.com/office/drawing/2014/main" val="2221827655"/>
                    </a:ext>
                  </a:extLst>
                </a:gridCol>
                <a:gridCol w="2729183">
                  <a:extLst>
                    <a:ext uri="{9D8B030D-6E8A-4147-A177-3AD203B41FA5}">
                      <a16:colId xmlns:a16="http://schemas.microsoft.com/office/drawing/2014/main" val="4056798940"/>
                    </a:ext>
                  </a:extLst>
                </a:gridCol>
                <a:gridCol w="1122945">
                  <a:extLst>
                    <a:ext uri="{9D8B030D-6E8A-4147-A177-3AD203B41FA5}">
                      <a16:colId xmlns:a16="http://schemas.microsoft.com/office/drawing/2014/main" val="2462146088"/>
                    </a:ext>
                  </a:extLst>
                </a:gridCol>
                <a:gridCol w="682296">
                  <a:extLst>
                    <a:ext uri="{9D8B030D-6E8A-4147-A177-3AD203B41FA5}">
                      <a16:colId xmlns:a16="http://schemas.microsoft.com/office/drawing/2014/main" val="1268174080"/>
                    </a:ext>
                  </a:extLst>
                </a:gridCol>
                <a:gridCol w="653867">
                  <a:extLst>
                    <a:ext uri="{9D8B030D-6E8A-4147-A177-3AD203B41FA5}">
                      <a16:colId xmlns:a16="http://schemas.microsoft.com/office/drawing/2014/main" val="2952373541"/>
                    </a:ext>
                  </a:extLst>
                </a:gridCol>
                <a:gridCol w="625437">
                  <a:extLst>
                    <a:ext uri="{9D8B030D-6E8A-4147-A177-3AD203B41FA5}">
                      <a16:colId xmlns:a16="http://schemas.microsoft.com/office/drawing/2014/main" val="4168915822"/>
                    </a:ext>
                  </a:extLst>
                </a:gridCol>
                <a:gridCol w="653867">
                  <a:extLst>
                    <a:ext uri="{9D8B030D-6E8A-4147-A177-3AD203B41FA5}">
                      <a16:colId xmlns:a16="http://schemas.microsoft.com/office/drawing/2014/main" val="2782009191"/>
                    </a:ext>
                  </a:extLst>
                </a:gridCol>
                <a:gridCol w="696511">
                  <a:extLst>
                    <a:ext uri="{9D8B030D-6E8A-4147-A177-3AD203B41FA5}">
                      <a16:colId xmlns:a16="http://schemas.microsoft.com/office/drawing/2014/main" val="3188078357"/>
                    </a:ext>
                  </a:extLst>
                </a:gridCol>
                <a:gridCol w="767583">
                  <a:extLst>
                    <a:ext uri="{9D8B030D-6E8A-4147-A177-3AD203B41FA5}">
                      <a16:colId xmlns:a16="http://schemas.microsoft.com/office/drawing/2014/main" val="613621675"/>
                    </a:ext>
                  </a:extLst>
                </a:gridCol>
                <a:gridCol w="639652">
                  <a:extLst>
                    <a:ext uri="{9D8B030D-6E8A-4147-A177-3AD203B41FA5}">
                      <a16:colId xmlns:a16="http://schemas.microsoft.com/office/drawing/2014/main" val="2471632724"/>
                    </a:ext>
                  </a:extLst>
                </a:gridCol>
                <a:gridCol w="923942">
                  <a:extLst>
                    <a:ext uri="{9D8B030D-6E8A-4147-A177-3AD203B41FA5}">
                      <a16:colId xmlns:a16="http://schemas.microsoft.com/office/drawing/2014/main" val="2624939220"/>
                    </a:ext>
                  </a:extLst>
                </a:gridCol>
              </a:tblGrid>
              <a:tr h="276011">
                <a:tc>
                  <a:txBody>
                    <a:bodyPr/>
                    <a:lstStyle/>
                    <a:p>
                      <a:pPr algn="l" fontAlgn="b">
                        <a:buNone/>
                      </a:pPr>
                      <a:r>
                        <a:rPr lang="en-US" sz="1200" b="1" i="0" u="none" strike="noStrike">
                          <a:solidFill>
                            <a:srgbClr val="FFFFFF"/>
                          </a:solidFill>
                          <a:effectLst/>
                          <a:latin typeface="Aptos Narrow" panose="020B0004020202020204" pitchFamily="34" charset="0"/>
                        </a:rPr>
                        <a:t>system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task</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components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Observed (</a:t>
                      </a:r>
                      <a:r>
                        <a:rPr lang="en-US" sz="1200" b="0" i="0" u="none" strike="noStrike">
                          <a:solidFill>
                            <a:srgbClr val="000000"/>
                          </a:solidFill>
                          <a:effectLst/>
                          <a:latin typeface="Calibri" panose="020F0502020204030204" pitchFamily="34" charset="0"/>
                        </a:rPr>
                        <a:t>µ</a:t>
                      </a:r>
                      <a:r>
                        <a:rPr lang="en-US" sz="1200" b="0" i="0" u="none" strike="noStrike">
                          <a:solidFill>
                            <a:srgbClr val="000000"/>
                          </a:solidFill>
                          <a:effectLst/>
                          <a:latin typeface="Aptos Narrow" panose="020B0004020202020204" pitchFamily="34" charset="0"/>
                        </a:rPr>
                        <a:t>s)</a:t>
                      </a:r>
                      <a:endParaRPr lang="en-US" sz="1200" b="1" i="0" u="none" strike="noStrike">
                        <a:solidFill>
                          <a:srgbClr val="FFFFFF"/>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margin</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C (ms)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T (ms)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D (ms)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Priority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U</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l" fontAlgn="b">
                        <a:buNone/>
                      </a:pPr>
                      <a:r>
                        <a:rPr lang="en-US" sz="1200" b="1" i="0" u="none" strike="noStrike">
                          <a:solidFill>
                            <a:srgbClr val="FFFFFF"/>
                          </a:solidFill>
                          <a:effectLst/>
                          <a:latin typeface="Aptos Narrow" panose="020B0004020202020204" pitchFamily="34" charset="0"/>
                        </a:rPr>
                        <a:t>R (ms)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tc>
                  <a:txBody>
                    <a:bodyPr/>
                    <a:lstStyle/>
                    <a:p>
                      <a:pPr algn="r" fontAlgn="b">
                        <a:buNone/>
                      </a:pPr>
                      <a:r>
                        <a:rPr lang="en-US" sz="1200" b="1" i="0" u="none" strike="noStrike">
                          <a:solidFill>
                            <a:srgbClr val="FFFFFF"/>
                          </a:solidFill>
                          <a:effectLst/>
                          <a:latin typeface="Aptos Narrow" panose="020B0004020202020204" pitchFamily="34" charset="0"/>
                        </a:rPr>
                        <a:t>EDF Status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6082"/>
                    </a:solidFill>
                  </a:tcPr>
                </a:tc>
                <a:extLst>
                  <a:ext uri="{0D108BD9-81ED-4DB2-BD59-A6C34878D82A}">
                    <a16:rowId xmlns:a16="http://schemas.microsoft.com/office/drawing/2014/main" val="1000047896"/>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Leader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a:solidFill>
                            <a:srgbClr val="000000"/>
                          </a:solidFill>
                          <a:effectLst/>
                          <a:latin typeface="Aptos Narrow" panose="020B0004020202020204" pitchFamily="34" charset="0"/>
                        </a:rPr>
                        <a:t>L_tick</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a:solidFill>
                            <a:srgbClr val="000000"/>
                          </a:solidFill>
                          <a:effectLst/>
                          <a:latin typeface="Aptos Narrow" panose="020B0004020202020204" pitchFamily="34" charset="0"/>
                        </a:rPr>
                        <a:t>L1 tick-producer iter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697.1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1.3942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0.0055768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7.4782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extLst>
                  <a:ext uri="{0D108BD9-81ED-4DB2-BD59-A6C34878D82A}">
                    <a16:rowId xmlns:a16="http://schemas.microsoft.com/office/drawing/2014/main" val="2005583585"/>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Leader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a:solidFill>
                            <a:srgbClr val="000000"/>
                          </a:solidFill>
                          <a:effectLst/>
                          <a:latin typeface="Aptos Narrow" panose="020B0004020202020204" pitchFamily="34" charset="0"/>
                        </a:rPr>
                        <a:t>L_fsm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a:solidFill>
                            <a:srgbClr val="000000"/>
                          </a:solidFill>
                          <a:effectLst/>
                          <a:latin typeface="Aptos Narrow" panose="020B0004020202020204" pitchFamily="34" charset="0"/>
                        </a:rPr>
                        <a:t>L2 FSM per-event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400.9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0.8018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0.0032072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0.8018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extLst>
                  <a:ext uri="{0D108BD9-81ED-4DB2-BD59-A6C34878D82A}">
                    <a16:rowId xmlns:a16="http://schemas.microsoft.com/office/drawing/2014/main" val="2333193083"/>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Leader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a:solidFill>
                            <a:srgbClr val="000000"/>
                          </a:solidFill>
                          <a:effectLst/>
                          <a:latin typeface="Aptos Narrow" panose="020B0004020202020204" pitchFamily="34" charset="0"/>
                        </a:rPr>
                        <a:t>L_send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a:solidFill>
                            <a:srgbClr val="000000"/>
                          </a:solidFill>
                          <a:effectLst/>
                          <a:latin typeface="Aptos Narrow" panose="020B0004020202020204" pitchFamily="34" charset="0"/>
                        </a:rPr>
                        <a:t>L3 send one cmd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2308.1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4.6162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0.0184648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5.418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extLst>
                  <a:ext uri="{0D108BD9-81ED-4DB2-BD59-A6C34878D82A}">
                    <a16:rowId xmlns:a16="http://schemas.microsoft.com/office/drawing/2014/main" val="3739649637"/>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Leader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err="1">
                          <a:solidFill>
                            <a:srgbClr val="000000"/>
                          </a:solidFill>
                          <a:effectLst/>
                          <a:latin typeface="Aptos Narrow" panose="020B0004020202020204" pitchFamily="34" charset="0"/>
                        </a:rPr>
                        <a:t>L_rx</a:t>
                      </a:r>
                      <a:endParaRPr lang="en-US" sz="1200" b="0" i="0" u="none" strike="noStrike">
                        <a:solidFill>
                          <a:srgbClr val="000000"/>
                        </a:solidFill>
                        <a:effectLst/>
                        <a:latin typeface="Aptos Narrow" panose="020B000402020202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l" fontAlgn="b">
                        <a:buNone/>
                      </a:pPr>
                      <a:r>
                        <a:rPr lang="en-US" sz="1200" b="0" i="0" u="none" strike="noStrike">
                          <a:solidFill>
                            <a:srgbClr val="000000"/>
                          </a:solidFill>
                          <a:effectLst/>
                          <a:latin typeface="Aptos Narrow" panose="020B0004020202020204" pitchFamily="34" charset="0"/>
                        </a:rPr>
                        <a:t>L4 rx msg-&gt;event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222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0.666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0.002664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6.084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E28E"/>
                    </a:solidFill>
                  </a:tcPr>
                </a:tc>
                <a:extLst>
                  <a:ext uri="{0D108BD9-81ED-4DB2-BD59-A6C34878D82A}">
                    <a16:rowId xmlns:a16="http://schemas.microsoft.com/office/drawing/2014/main" val="82084557"/>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Follower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F_emergency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F4 UDP msg-&gt;event+F5 EVT_EMERGENCY</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1131.4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3.3942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0.067884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3.3942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extLst>
                  <a:ext uri="{0D108BD9-81ED-4DB2-BD59-A6C34878D82A}">
                    <a16:rowId xmlns:a16="http://schemas.microsoft.com/office/drawing/2014/main" val="3306422429"/>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Follower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F_watchdog</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F2 watchdog iter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160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0.0032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3.7142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extLst>
                  <a:ext uri="{0D108BD9-81ED-4DB2-BD59-A6C34878D82A}">
                    <a16:rowId xmlns:a16="http://schemas.microsoft.com/office/drawing/2014/main" val="2111329485"/>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Follower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F_timeout_fsm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F5 EVT_Leader_TIMEOUT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150.8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0.4524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0.004524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4.1666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extLst>
                  <a:ext uri="{0D108BD9-81ED-4DB2-BD59-A6C34878D82A}">
                    <a16:rowId xmlns:a16="http://schemas.microsoft.com/office/drawing/2014/main" val="1316338555"/>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Follower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F_cruise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F3 TCP msg-&gt;event+F5 EVT_CRUISE_CMD</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503.5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1.007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0.004028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5.1736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extLst>
                  <a:ext uri="{0D108BD9-81ED-4DB2-BD59-A6C34878D82A}">
                    <a16:rowId xmlns:a16="http://schemas.microsoft.com/office/drawing/2014/main" val="2504472792"/>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Follower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F_distance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F4 UDP msg-&gt;event+F5 EVT_DISTANCE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110.5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0.2224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0.0008896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5.396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extLst>
                  <a:ext uri="{0D108BD9-81ED-4DB2-BD59-A6C34878D82A}">
                    <a16:rowId xmlns:a16="http://schemas.microsoft.com/office/drawing/2014/main" val="4154176898"/>
                  </a:ext>
                </a:extLst>
              </a:tr>
              <a:tr h="276011">
                <a:tc>
                  <a:txBody>
                    <a:bodyPr/>
                    <a:lstStyle/>
                    <a:p>
                      <a:pPr algn="l" fontAlgn="b">
                        <a:buNone/>
                      </a:pPr>
                      <a:r>
                        <a:rPr lang="en-US" sz="1200" b="0" i="0" u="none" strike="noStrike">
                          <a:solidFill>
                            <a:srgbClr val="000000"/>
                          </a:solidFill>
                          <a:effectLst/>
                          <a:latin typeface="Aptos Narrow" panose="020B0004020202020204" pitchFamily="34" charset="0"/>
                        </a:rPr>
                        <a:t>Follower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F_physics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l" fontAlgn="b">
                        <a:buNone/>
                      </a:pPr>
                      <a:r>
                        <a:rPr lang="en-US" sz="1200" b="0" i="0" u="none" strike="noStrike">
                          <a:solidFill>
                            <a:srgbClr val="000000"/>
                          </a:solidFill>
                          <a:effectLst/>
                          <a:latin typeface="Aptos Narrow" panose="020B0004020202020204" pitchFamily="34" charset="0"/>
                        </a:rPr>
                        <a:t>F1 physics iter</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572.4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1.1448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250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150" sz="1200" b="0" i="0" u="none" strike="noStrike">
                          <a:solidFill>
                            <a:srgbClr val="000000"/>
                          </a:solidFill>
                          <a:effectLst/>
                          <a:latin typeface="Aptos Narrow" panose="020B0004020202020204" pitchFamily="34" charset="0"/>
                        </a:rPr>
                        <a:t>0.0045792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F2D0"/>
                    </a:solidFill>
                  </a:tcPr>
                </a:tc>
                <a:tc>
                  <a:txBody>
                    <a:bodyPr/>
                    <a:lstStyle/>
                    <a:p>
                      <a:pPr algn="r" fontAlgn="b">
                        <a:buNone/>
                      </a:pPr>
                      <a:r>
                        <a:rPr lang="en-150" sz="1200" b="0" i="0" u="none" strike="noStrike">
                          <a:solidFill>
                            <a:srgbClr val="000000"/>
                          </a:solidFill>
                          <a:effectLst/>
                          <a:latin typeface="Aptos Narrow" panose="020B0004020202020204" pitchFamily="34" charset="0"/>
                        </a:rPr>
                        <a:t>6.5408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tc>
                  <a:txBody>
                    <a:bodyPr/>
                    <a:lstStyle/>
                    <a:p>
                      <a:pPr algn="r" fontAlgn="b">
                        <a:buNone/>
                      </a:pPr>
                      <a:r>
                        <a:rPr lang="en-US" sz="1200" b="0" i="0" u="none" strike="noStrike">
                          <a:solidFill>
                            <a:srgbClr val="000000"/>
                          </a:solidFill>
                          <a:effectLst/>
                          <a:latin typeface="Aptos Narrow" panose="020B0004020202020204" pitchFamily="34" charset="0"/>
                        </a:rPr>
                        <a:t>YES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CCEB"/>
                    </a:solidFill>
                  </a:tcPr>
                </a:tc>
                <a:extLst>
                  <a:ext uri="{0D108BD9-81ED-4DB2-BD59-A6C34878D82A}">
                    <a16:rowId xmlns:a16="http://schemas.microsoft.com/office/drawing/2014/main" val="508057889"/>
                  </a:ext>
                </a:extLst>
              </a:tr>
            </a:tbl>
          </a:graphicData>
        </a:graphic>
      </p:graphicFrame>
      <p:sp>
        <p:nvSpPr>
          <p:cNvPr id="4" name="Slide Number Placeholder 3">
            <a:extLst>
              <a:ext uri="{FF2B5EF4-FFF2-40B4-BE49-F238E27FC236}">
                <a16:creationId xmlns:a16="http://schemas.microsoft.com/office/drawing/2014/main" id="{CB0D2D31-11F2-1D67-AA0F-9AA5737E41A0}"/>
              </a:ext>
            </a:extLst>
          </p:cNvPr>
          <p:cNvSpPr>
            <a:spLocks noGrp="1"/>
          </p:cNvSpPr>
          <p:nvPr>
            <p:ph type="sldNum" sz="quarter" idx="12"/>
          </p:nvPr>
        </p:nvSpPr>
        <p:spPr/>
        <p:txBody>
          <a:bodyPr/>
          <a:lstStyle/>
          <a:p>
            <a:fld id="{B6E51535-B494-4AB4-A54F-324301EC28A2}" type="slidenum">
              <a:rPr lang="en-US" smtClean="0"/>
              <a:t>16</a:t>
            </a:fld>
            <a:endParaRPr lang="en-US"/>
          </a:p>
        </p:txBody>
      </p:sp>
      <p:pic>
        <p:nvPicPr>
          <p:cNvPr id="7" name="Picture 6">
            <a:extLst>
              <a:ext uri="{FF2B5EF4-FFF2-40B4-BE49-F238E27FC236}">
                <a16:creationId xmlns:a16="http://schemas.microsoft.com/office/drawing/2014/main" id="{728EA537-E39A-7E0F-42C7-82207DD87209}"/>
              </a:ext>
            </a:extLst>
          </p:cNvPr>
          <p:cNvPicPr>
            <a:picLocks noChangeAspect="1"/>
          </p:cNvPicPr>
          <p:nvPr/>
        </p:nvPicPr>
        <p:blipFill>
          <a:blip r:embed="rId2"/>
          <a:srcRect r="-58"/>
          <a:stretch>
            <a:fillRect/>
          </a:stretch>
        </p:blipFill>
        <p:spPr>
          <a:xfrm>
            <a:off x="2482405" y="1357256"/>
            <a:ext cx="6770451" cy="1172029"/>
          </a:xfrm>
          <a:prstGeom prst="rect">
            <a:avLst/>
          </a:prstGeom>
        </p:spPr>
      </p:pic>
    </p:spTree>
    <p:extLst>
      <p:ext uri="{BB962C8B-B14F-4D97-AF65-F5344CB8AC3E}">
        <p14:creationId xmlns:p14="http://schemas.microsoft.com/office/powerpoint/2010/main" val="198223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BE254-79A7-C3CE-C987-428082171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8A7ED-54FC-D3CF-3A08-0CC5BEE89ECC}"/>
              </a:ext>
            </a:extLst>
          </p:cNvPr>
          <p:cNvSpPr>
            <a:spLocks noGrp="1"/>
          </p:cNvSpPr>
          <p:nvPr>
            <p:ph type="title"/>
          </p:nvPr>
        </p:nvSpPr>
        <p:spPr/>
        <p:txBody>
          <a:bodyPr>
            <a:normAutofit fontScale="90000"/>
          </a:bodyPr>
          <a:lstStyle/>
          <a:p>
            <a:r>
              <a:rPr lang="en-US" sz="3200" err="1">
                <a:ea typeface="+mj-lt"/>
                <a:cs typeface="+mj-lt"/>
              </a:rPr>
              <a:t>CUnit</a:t>
            </a:r>
            <a:r>
              <a:rPr lang="en-US" sz="3200">
                <a:ea typeface="+mj-lt"/>
                <a:cs typeface="+mj-lt"/>
              </a:rPr>
              <a:t> Test Results </a:t>
            </a:r>
            <a:endParaRPr lang="en-US">
              <a:ea typeface="+mj-lt"/>
              <a:cs typeface="+mj-lt"/>
            </a:endParaRPr>
          </a:p>
        </p:txBody>
      </p:sp>
      <p:sp>
        <p:nvSpPr>
          <p:cNvPr id="3" name="Content Placeholder 2">
            <a:extLst>
              <a:ext uri="{FF2B5EF4-FFF2-40B4-BE49-F238E27FC236}">
                <a16:creationId xmlns:a16="http://schemas.microsoft.com/office/drawing/2014/main" id="{4B29D078-DF4D-689C-9E9C-8AFE77F0CCC8}"/>
              </a:ext>
            </a:extLst>
          </p:cNvPr>
          <p:cNvSpPr>
            <a:spLocks noGrp="1"/>
          </p:cNvSpPr>
          <p:nvPr>
            <p:ph idx="1"/>
          </p:nvPr>
        </p:nvSpPr>
        <p:spPr>
          <a:xfrm>
            <a:off x="838200" y="905256"/>
            <a:ext cx="10515600" cy="5446761"/>
          </a:xfrm>
        </p:spPr>
        <p:txBody>
          <a:bodyPr vert="horz" lIns="91440" tIns="45720" rIns="91440" bIns="45720" rtlCol="0" anchor="t">
            <a:normAutofit/>
          </a:bodyPr>
          <a:lstStyle/>
          <a:p>
            <a:pPr marL="0" indent="0">
              <a:buNone/>
            </a:pPr>
            <a:r>
              <a:rPr lang="en-US" sz="2000" b="1" u="sng"/>
              <a:t>Validation tests:</a:t>
            </a:r>
            <a:endParaRPr lang="en-US"/>
          </a:p>
          <a:p>
            <a:pPr marL="514350" indent="-514350">
              <a:buAutoNum type="arabicPeriod"/>
            </a:pPr>
            <a:r>
              <a:rPr lang="en-US" sz="1400" b="1">
                <a:ea typeface="+mn-lt"/>
                <a:cs typeface="+mn-lt"/>
              </a:rPr>
              <a:t>Valid Intruder Detection : </a:t>
            </a:r>
            <a:r>
              <a:rPr lang="en-US" sz="1200">
                <a:ea typeface="+mn-lt"/>
                <a:cs typeface="+mn-lt"/>
              </a:rPr>
              <a:t>When an external vehicle enters the platoon gap, the follower correctly detects it and switches to </a:t>
            </a:r>
            <a:r>
              <a:rPr lang="en-US" sz="1200" i="1">
                <a:ea typeface="+mn-lt"/>
                <a:cs typeface="+mn-lt"/>
              </a:rPr>
              <a:t>Intruder Follow</a:t>
            </a:r>
            <a:r>
              <a:rPr lang="en-US" sz="1200">
                <a:ea typeface="+mn-lt"/>
                <a:cs typeface="+mn-lt"/>
              </a:rPr>
              <a:t> state.</a:t>
            </a:r>
            <a:endParaRPr lang="en-US" sz="1200"/>
          </a:p>
          <a:p>
            <a:pPr marL="514350" indent="-514350">
              <a:buAutoNum type="arabicPeriod"/>
            </a:pPr>
            <a:r>
              <a:rPr lang="en-US" sz="1400" b="1">
                <a:ea typeface="+mn-lt"/>
                <a:cs typeface="+mn-lt"/>
              </a:rPr>
              <a:t>Correct Matrix Clock Update : </a:t>
            </a:r>
            <a:r>
              <a:rPr lang="en-US" sz="1200">
                <a:ea typeface="+mn-lt"/>
                <a:cs typeface="+mn-lt"/>
              </a:rPr>
              <a:t>On receiving an event (join / intruder), the matrix clock is updated correctly to reflect causal ordering.</a:t>
            </a:r>
            <a:endParaRPr lang="en-US" sz="1200"/>
          </a:p>
          <a:p>
            <a:pPr marL="514350" indent="-514350">
              <a:buAutoNum type="arabicPeriod"/>
            </a:pPr>
            <a:r>
              <a:rPr lang="en-US" sz="1400" b="1">
                <a:ea typeface="+mn-lt"/>
                <a:cs typeface="+mn-lt"/>
              </a:rPr>
              <a:t>Cruise Control Speed Adjustment : </a:t>
            </a:r>
            <a:r>
              <a:rPr lang="en-US" sz="1200">
                <a:ea typeface="+mn-lt"/>
                <a:cs typeface="+mn-lt"/>
              </a:rPr>
              <a:t>When the gap reduces due to an intruder, cruise control reduces speed smoothly to maintain safe distance.</a:t>
            </a:r>
            <a:endParaRPr lang="en-US" sz="1200"/>
          </a:p>
          <a:p>
            <a:pPr marL="514350" indent="-514350">
              <a:buAutoNum type="arabicPeriod"/>
            </a:pPr>
            <a:r>
              <a:rPr lang="en-US" sz="1400" b="1">
                <a:ea typeface="+mn-lt"/>
                <a:cs typeface="+mn-lt"/>
              </a:rPr>
              <a:t>Leader Notification on Intruder : </a:t>
            </a:r>
            <a:r>
              <a:rPr lang="en-US" sz="1200">
                <a:ea typeface="+mn-lt"/>
                <a:cs typeface="+mn-lt"/>
              </a:rPr>
              <a:t>Once an intruder is detected, the follower successfully sends an intruder notification to the leader.</a:t>
            </a:r>
            <a:endParaRPr lang="en-US" sz="1200"/>
          </a:p>
          <a:p>
            <a:pPr marL="514350" indent="-514350">
              <a:buAutoNum type="arabicPeriod"/>
            </a:pPr>
            <a:r>
              <a:rPr lang="en-US" sz="1400" b="1">
                <a:ea typeface="+mn-lt"/>
                <a:cs typeface="+mn-lt"/>
              </a:rPr>
              <a:t>Safe Recovery After Intruder Exit : </a:t>
            </a:r>
            <a:r>
              <a:rPr lang="en-US" sz="1200">
                <a:ea typeface="+mn-lt"/>
                <a:cs typeface="+mn-lt"/>
              </a:rPr>
              <a:t>After the intruder leaves, the follower exits intruder mode and resumes normal platoon following.</a:t>
            </a:r>
          </a:p>
          <a:p>
            <a:pPr marL="0" indent="0">
              <a:buNone/>
            </a:pPr>
            <a:r>
              <a:rPr lang="en-US" sz="2000" b="1" u="sng"/>
              <a:t>Defect tests:</a:t>
            </a:r>
            <a:endParaRPr lang="en-US" sz="1400" i="1"/>
          </a:p>
          <a:p>
            <a:pPr>
              <a:buAutoNum type="arabicPeriod"/>
            </a:pPr>
            <a:r>
              <a:rPr lang="en-US" sz="1400" b="1">
                <a:ea typeface="+mn-lt"/>
                <a:cs typeface="+mn-lt"/>
              </a:rPr>
              <a:t>False Intruder Detection :  </a:t>
            </a:r>
            <a:r>
              <a:rPr lang="en-US" sz="1200">
                <a:ea typeface="+mn-lt"/>
                <a:cs typeface="+mn-lt"/>
              </a:rPr>
              <a:t>System does not incorrectly enter intruder state when no intruder is present.</a:t>
            </a:r>
            <a:endParaRPr lang="en-US" sz="1200"/>
          </a:p>
          <a:p>
            <a:pPr>
              <a:buAutoNum type="arabicPeriod"/>
            </a:pPr>
            <a:r>
              <a:rPr lang="en-US" sz="1400" b="1">
                <a:ea typeface="+mn-lt"/>
                <a:cs typeface="+mn-lt"/>
              </a:rPr>
              <a:t>Matrix Clock Desynchronization</a:t>
            </a:r>
            <a:r>
              <a:rPr lang="en-US" sz="1200" b="1">
                <a:ea typeface="+mn-lt"/>
                <a:cs typeface="+mn-lt"/>
              </a:rPr>
              <a:t> : </a:t>
            </a:r>
            <a:r>
              <a:rPr lang="en-US" sz="1200">
                <a:ea typeface="+mn-lt"/>
                <a:cs typeface="+mn-lt"/>
              </a:rPr>
              <a:t>If an outdated matrix clock is received, the system ignores it and avoids incorrect event ordering.</a:t>
            </a:r>
            <a:endParaRPr lang="en-US"/>
          </a:p>
          <a:p>
            <a:pPr>
              <a:buAutoNum type="arabicPeriod"/>
            </a:pPr>
            <a:r>
              <a:rPr lang="en-US" sz="1400" b="1">
                <a:ea typeface="+mn-lt"/>
                <a:cs typeface="+mn-lt"/>
              </a:rPr>
              <a:t>Sudden Gap Reduction (Edge Case) </a:t>
            </a:r>
            <a:r>
              <a:rPr lang="en-US" sz="1200" b="1">
                <a:ea typeface="+mn-lt"/>
                <a:cs typeface="+mn-lt"/>
              </a:rPr>
              <a:t>: </a:t>
            </a:r>
            <a:r>
              <a:rPr lang="en-US" sz="1200">
                <a:ea typeface="+mn-lt"/>
                <a:cs typeface="+mn-lt"/>
              </a:rPr>
              <a:t>Extremely fast gap reduction triggers emergency handling instead of unstable cruise control behavior.</a:t>
            </a:r>
            <a:endParaRPr lang="en-US"/>
          </a:p>
          <a:p>
            <a:pPr>
              <a:buAutoNum type="arabicPeriod"/>
            </a:pPr>
            <a:r>
              <a:rPr lang="en-US" sz="1400" b="1">
                <a:ea typeface="+mn-lt"/>
                <a:cs typeface="+mn-lt"/>
              </a:rPr>
              <a:t>Missing Leader Acknowledgement </a:t>
            </a:r>
            <a:r>
              <a:rPr lang="en-US" sz="1200" b="1">
                <a:ea typeface="+mn-lt"/>
                <a:cs typeface="+mn-lt"/>
              </a:rPr>
              <a:t>: </a:t>
            </a:r>
            <a:r>
              <a:rPr lang="en-US" sz="1200">
                <a:ea typeface="+mn-lt"/>
                <a:cs typeface="+mn-lt"/>
              </a:rPr>
              <a:t>If leader does not acknowledge intruder notification, follower continues safe fallback behavior.</a:t>
            </a:r>
            <a:endParaRPr lang="en-US"/>
          </a:p>
          <a:p>
            <a:pPr>
              <a:buAutoNum type="arabicPeriod"/>
            </a:pPr>
            <a:r>
              <a:rPr lang="en-US" sz="1400" b="1">
                <a:ea typeface="+mn-lt"/>
                <a:cs typeface="+mn-lt"/>
              </a:rPr>
              <a:t>Invalid Sensor Input :</a:t>
            </a:r>
            <a:r>
              <a:rPr lang="en-US" sz="1200" b="1">
                <a:ea typeface="+mn-lt"/>
                <a:cs typeface="+mn-lt"/>
              </a:rPr>
              <a:t> </a:t>
            </a:r>
            <a:r>
              <a:rPr lang="en-US" sz="1200">
                <a:ea typeface="+mn-lt"/>
                <a:cs typeface="+mn-lt"/>
              </a:rPr>
              <a:t>Corrupted or invalid distance/speed values do not crash the system and are safely handled.</a:t>
            </a:r>
            <a:endParaRPr lang="en-US"/>
          </a:p>
          <a:p>
            <a:pPr marL="0" indent="0">
              <a:buNone/>
            </a:pPr>
            <a:r>
              <a:rPr lang="en-US" sz="2000" b="1" u="sng"/>
              <a:t>Components tests:</a:t>
            </a:r>
            <a:endParaRPr lang="en-US" sz="2000"/>
          </a:p>
          <a:p>
            <a:r>
              <a:rPr lang="en-US" sz="1200" b="1"/>
              <a:t>Intruder</a:t>
            </a:r>
            <a:r>
              <a:rPr lang="en-US" sz="1200" b="1">
                <a:ea typeface="+mn-lt"/>
                <a:cs typeface="+mn-lt"/>
              </a:rPr>
              <a:t> State Transitions : </a:t>
            </a:r>
            <a:r>
              <a:rPr lang="en-US" sz="1200">
                <a:ea typeface="+mn-lt"/>
                <a:cs typeface="+mn-lt"/>
              </a:rPr>
              <a:t>Proper entry and exit of </a:t>
            </a:r>
            <a:r>
              <a:rPr lang="en-US" sz="1200" i="1">
                <a:ea typeface="+mn-lt"/>
                <a:cs typeface="+mn-lt"/>
              </a:rPr>
              <a:t>Intruder Follow</a:t>
            </a:r>
            <a:r>
              <a:rPr lang="en-US" sz="1200">
                <a:ea typeface="+mn-lt"/>
                <a:cs typeface="+mn-lt"/>
              </a:rPr>
              <a:t> and </a:t>
            </a:r>
            <a:r>
              <a:rPr lang="en-US" sz="1200" i="1">
                <a:ea typeface="+mn-lt"/>
                <a:cs typeface="+mn-lt"/>
              </a:rPr>
              <a:t>Emergency</a:t>
            </a:r>
            <a:r>
              <a:rPr lang="en-US" sz="1200">
                <a:ea typeface="+mn-lt"/>
                <a:cs typeface="+mn-lt"/>
              </a:rPr>
              <a:t> states.</a:t>
            </a:r>
          </a:p>
          <a:p>
            <a:r>
              <a:rPr lang="en-US" sz="1200" b="1">
                <a:ea typeface="+mn-lt"/>
                <a:cs typeface="+mn-lt"/>
              </a:rPr>
              <a:t>Speed Computation Function : </a:t>
            </a:r>
            <a:r>
              <a:rPr lang="en-US" sz="1200">
                <a:ea typeface="+mn-lt"/>
                <a:cs typeface="+mn-lt"/>
              </a:rPr>
              <a:t>Cruise control outputs valid speed for different gap inputs.</a:t>
            </a:r>
            <a:endParaRPr lang="en-US"/>
          </a:p>
          <a:p>
            <a:endParaRPr lang="en-US" sz="1200"/>
          </a:p>
          <a:p>
            <a:pPr marL="0" indent="0">
              <a:buNone/>
            </a:pPr>
            <a:endParaRPr lang="en-US" sz="1200" b="1"/>
          </a:p>
        </p:txBody>
      </p:sp>
      <p:sp>
        <p:nvSpPr>
          <p:cNvPr id="4" name="Slide Number Placeholder 3">
            <a:extLst>
              <a:ext uri="{FF2B5EF4-FFF2-40B4-BE49-F238E27FC236}">
                <a16:creationId xmlns:a16="http://schemas.microsoft.com/office/drawing/2014/main" id="{53CCFC59-584B-A9CF-FB8F-1174019CDEB8}"/>
              </a:ext>
            </a:extLst>
          </p:cNvPr>
          <p:cNvSpPr>
            <a:spLocks noGrp="1"/>
          </p:cNvSpPr>
          <p:nvPr>
            <p:ph type="sldNum" sz="quarter" idx="12"/>
          </p:nvPr>
        </p:nvSpPr>
        <p:spPr/>
        <p:txBody>
          <a:bodyPr/>
          <a:lstStyle/>
          <a:p>
            <a:fld id="{B6E51535-B494-4AB4-A54F-324301EC28A2}" type="slidenum">
              <a:rPr lang="en-US" smtClean="0"/>
              <a:t>17</a:t>
            </a:fld>
            <a:endParaRPr lang="en-US"/>
          </a:p>
        </p:txBody>
      </p:sp>
    </p:spTree>
    <p:extLst>
      <p:ext uri="{BB962C8B-B14F-4D97-AF65-F5344CB8AC3E}">
        <p14:creationId xmlns:p14="http://schemas.microsoft.com/office/powerpoint/2010/main" val="2374699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3881D-9242-2ED4-86FA-4E02D6F59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AFD28-62D2-A0E4-2B50-34DAA06C4373}"/>
              </a:ext>
            </a:extLst>
          </p:cNvPr>
          <p:cNvSpPr>
            <a:spLocks noGrp="1"/>
          </p:cNvSpPr>
          <p:nvPr>
            <p:ph type="title"/>
          </p:nvPr>
        </p:nvSpPr>
        <p:spPr/>
        <p:txBody>
          <a:bodyPr>
            <a:normAutofit fontScale="90000"/>
          </a:bodyPr>
          <a:lstStyle/>
          <a:p>
            <a:r>
              <a:rPr lang="en-US" sz="3200">
                <a:ea typeface="+mj-lt"/>
                <a:cs typeface="+mj-lt"/>
              </a:rPr>
              <a:t>Fault Tree Analysis</a:t>
            </a:r>
            <a:endParaRPr lang="en-US"/>
          </a:p>
        </p:txBody>
      </p:sp>
      <p:pic>
        <p:nvPicPr>
          <p:cNvPr id="5" name="Content Placeholder 4" descr="Collision &#10;Communication loss &#10;Wrong distance &#10;calculation &#10;Delayed Braking &#10;Leader state delayed &#10;Timeout &#10;Emergency message &#10;delay &#10;Scheduling delay &#10;Message queued &#10;Not high priority ">
            <a:extLst>
              <a:ext uri="{FF2B5EF4-FFF2-40B4-BE49-F238E27FC236}">
                <a16:creationId xmlns:a16="http://schemas.microsoft.com/office/drawing/2014/main" id="{9531C7A7-3816-C257-3FAE-74E002A49054}"/>
              </a:ext>
            </a:extLst>
          </p:cNvPr>
          <p:cNvPicPr>
            <a:picLocks noGrp="1" noChangeAspect="1"/>
          </p:cNvPicPr>
          <p:nvPr>
            <p:ph idx="1"/>
          </p:nvPr>
        </p:nvPicPr>
        <p:blipFill>
          <a:blip r:embed="rId2"/>
          <a:stretch>
            <a:fillRect/>
          </a:stretch>
        </p:blipFill>
        <p:spPr>
          <a:xfrm>
            <a:off x="5705506" y="810006"/>
            <a:ext cx="6029262" cy="5538407"/>
          </a:xfrm>
          <a:prstGeom prst="rect">
            <a:avLst/>
          </a:prstGeom>
        </p:spPr>
      </p:pic>
      <p:sp>
        <p:nvSpPr>
          <p:cNvPr id="4" name="Slide Number Placeholder 3">
            <a:extLst>
              <a:ext uri="{FF2B5EF4-FFF2-40B4-BE49-F238E27FC236}">
                <a16:creationId xmlns:a16="http://schemas.microsoft.com/office/drawing/2014/main" id="{84FA4DF2-1B7D-6FFA-978F-F01832C0A376}"/>
              </a:ext>
            </a:extLst>
          </p:cNvPr>
          <p:cNvSpPr>
            <a:spLocks noGrp="1"/>
          </p:cNvSpPr>
          <p:nvPr>
            <p:ph type="sldNum" sz="quarter" idx="12"/>
          </p:nvPr>
        </p:nvSpPr>
        <p:spPr/>
        <p:txBody>
          <a:bodyPr/>
          <a:lstStyle/>
          <a:p>
            <a:fld id="{B6E51535-B494-4AB4-A54F-324301EC28A2}" type="slidenum">
              <a:rPr lang="en-US" smtClean="0"/>
              <a:t>18</a:t>
            </a:fld>
            <a:endParaRPr lang="en-US"/>
          </a:p>
        </p:txBody>
      </p:sp>
      <p:sp>
        <p:nvSpPr>
          <p:cNvPr id="8" name="TextBox 7">
            <a:extLst>
              <a:ext uri="{FF2B5EF4-FFF2-40B4-BE49-F238E27FC236}">
                <a16:creationId xmlns:a16="http://schemas.microsoft.com/office/drawing/2014/main" id="{A8EC2D71-CC6F-01B6-383B-5F49A4BE453F}"/>
              </a:ext>
            </a:extLst>
          </p:cNvPr>
          <p:cNvSpPr txBox="1"/>
          <p:nvPr/>
        </p:nvSpPr>
        <p:spPr>
          <a:xfrm>
            <a:off x="831764" y="1153297"/>
            <a:ext cx="4769450" cy="41857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u="sng">
                <a:highlight>
                  <a:srgbClr val="FFFFFF"/>
                </a:highlight>
                <a:latin typeface="Calibri"/>
                <a:ea typeface="Calibri"/>
                <a:cs typeface="Calibri"/>
              </a:rPr>
              <a:t>Hazard 1: Collision within the platoon</a:t>
            </a:r>
            <a:endParaRPr lang="en-US"/>
          </a:p>
          <a:p>
            <a:r>
              <a:rPr lang="en-US" sz="1600">
                <a:highlight>
                  <a:srgbClr val="FFFFFF"/>
                </a:highlight>
                <a:latin typeface="Calibri"/>
                <a:ea typeface="Calibri"/>
                <a:cs typeface="Calibri"/>
              </a:rPr>
              <a:t>Event: Follower truck collides with the preceding truck.</a:t>
            </a:r>
            <a:endParaRPr lang="en-US"/>
          </a:p>
          <a:p>
            <a:endParaRPr lang="en-US" sz="1600">
              <a:highlight>
                <a:srgbClr val="FFFFFF"/>
              </a:highlight>
              <a:latin typeface="Calibri"/>
              <a:ea typeface="Calibri"/>
              <a:cs typeface="Calibri"/>
            </a:endParaRPr>
          </a:p>
          <a:p>
            <a:endParaRPr lang="en-US" sz="1600">
              <a:highlight>
                <a:srgbClr val="FFFFFF"/>
              </a:highlight>
              <a:latin typeface="Calibri"/>
              <a:ea typeface="Calibri"/>
              <a:cs typeface="Calibri"/>
            </a:endParaRPr>
          </a:p>
          <a:p>
            <a:endParaRPr lang="en-US" sz="1600">
              <a:highlight>
                <a:srgbClr val="FFFFFF"/>
              </a:highlight>
              <a:latin typeface="Calibri"/>
              <a:ea typeface="Calibri"/>
              <a:cs typeface="Calibri"/>
            </a:endParaRPr>
          </a:p>
          <a:p>
            <a:endParaRPr lang="en-US" sz="1600">
              <a:highlight>
                <a:srgbClr val="FFFFFF"/>
              </a:highlight>
              <a:latin typeface="Calibri"/>
              <a:ea typeface="Calibri"/>
              <a:cs typeface="Calibri"/>
            </a:endParaRPr>
          </a:p>
          <a:p>
            <a:endParaRPr lang="en-US" sz="1600">
              <a:highlight>
                <a:srgbClr val="FFFFFF"/>
              </a:highlight>
              <a:latin typeface="Calibri"/>
              <a:ea typeface="Calibri"/>
              <a:cs typeface="Calibri"/>
            </a:endParaRPr>
          </a:p>
          <a:p>
            <a:r>
              <a:rPr lang="en-US" sz="1600" b="1" u="sng">
                <a:highlight>
                  <a:srgbClr val="FFFFFF"/>
                </a:highlight>
                <a:latin typeface="Calibri"/>
                <a:ea typeface="Calibri"/>
                <a:cs typeface="Calibri"/>
              </a:rPr>
              <a:t>Hazard handling: </a:t>
            </a:r>
          </a:p>
          <a:p>
            <a:r>
              <a:rPr lang="en-US" sz="1400" b="1" u="sng">
                <a:highlight>
                  <a:srgbClr val="FFFFFF"/>
                </a:highlight>
                <a:latin typeface="Calibri"/>
                <a:ea typeface="Calibri"/>
                <a:cs typeface="Calibri"/>
              </a:rPr>
              <a:t>Design Level: </a:t>
            </a:r>
          </a:p>
          <a:p>
            <a:pPr marL="285750" indent="-285750">
              <a:buFont typeface="Arial"/>
              <a:buChar char="•"/>
            </a:pPr>
            <a:r>
              <a:rPr lang="en-US" sz="1400">
                <a:highlight>
                  <a:srgbClr val="FFFFFF"/>
                </a:highlight>
                <a:latin typeface="Calibri"/>
                <a:ea typeface="Calibri"/>
                <a:cs typeface="Calibri"/>
              </a:rPr>
              <a:t>Time-bound V2V communication</a:t>
            </a:r>
          </a:p>
          <a:p>
            <a:pPr marL="285750" indent="-285750">
              <a:buFont typeface="Arial"/>
              <a:buChar char="•"/>
            </a:pPr>
            <a:r>
              <a:rPr lang="en-US" sz="1400">
                <a:highlight>
                  <a:srgbClr val="FFFFFF"/>
                </a:highlight>
                <a:latin typeface="Calibri"/>
                <a:ea typeface="Calibri"/>
                <a:cs typeface="Calibri"/>
              </a:rPr>
              <a:t>Minimum safe fallback distance</a:t>
            </a:r>
          </a:p>
          <a:p>
            <a:pPr marL="285750" indent="-285750">
              <a:buFont typeface="Arial"/>
              <a:buChar char="•"/>
            </a:pPr>
            <a:r>
              <a:rPr lang="en-US" sz="1400">
                <a:highlight>
                  <a:srgbClr val="FFFFFF"/>
                </a:highlight>
                <a:latin typeface="Calibri"/>
                <a:ea typeface="Calibri"/>
                <a:cs typeface="Calibri"/>
              </a:rPr>
              <a:t>Fail-safe braking logic independent of leader updates</a:t>
            </a:r>
          </a:p>
          <a:p>
            <a:endParaRPr lang="en-US" sz="1400">
              <a:highlight>
                <a:srgbClr val="FFFFFF"/>
              </a:highlight>
              <a:latin typeface="Calibri"/>
              <a:ea typeface="Calibri"/>
              <a:cs typeface="Calibri"/>
            </a:endParaRPr>
          </a:p>
          <a:p>
            <a:r>
              <a:rPr lang="en-US" sz="1400" b="1" u="sng">
                <a:highlight>
                  <a:srgbClr val="FFFFFF"/>
                </a:highlight>
                <a:latin typeface="Calibri"/>
                <a:ea typeface="Calibri"/>
                <a:cs typeface="Calibri"/>
              </a:rPr>
              <a:t>Implementation level:</a:t>
            </a:r>
          </a:p>
          <a:p>
            <a:pPr marL="285750" indent="-285750">
              <a:buFont typeface="Arial"/>
              <a:buChar char="•"/>
            </a:pPr>
            <a:r>
              <a:rPr lang="en-US" sz="1400">
                <a:highlight>
                  <a:srgbClr val="FFFFFF"/>
                </a:highlight>
                <a:latin typeface="Calibri"/>
                <a:ea typeface="Calibri"/>
                <a:cs typeface="Calibri"/>
              </a:rPr>
              <a:t>Watchdog timers for leader message reception</a:t>
            </a:r>
          </a:p>
          <a:p>
            <a:pPr marL="285750" indent="-285750">
              <a:buFont typeface="Arial"/>
              <a:buChar char="•"/>
            </a:pPr>
            <a:r>
              <a:rPr lang="en-US" sz="1400">
                <a:highlight>
                  <a:srgbClr val="FFFFFF"/>
                </a:highlight>
                <a:latin typeface="Calibri"/>
                <a:ea typeface="Calibri"/>
                <a:cs typeface="Calibri"/>
              </a:rPr>
              <a:t>Timestamp and logical/matrix clock validation</a:t>
            </a:r>
          </a:p>
          <a:p>
            <a:pPr marL="285750" indent="-285750">
              <a:buFont typeface="Arial"/>
              <a:buChar char="•"/>
            </a:pPr>
            <a:r>
              <a:rPr lang="en-US" sz="1400">
                <a:highlight>
                  <a:srgbClr val="FFFFFF"/>
                </a:highlight>
                <a:latin typeface="Calibri"/>
                <a:ea typeface="Calibri"/>
                <a:cs typeface="Calibri"/>
              </a:rPr>
              <a:t>Immediate local braking if leader state is missing or stale</a:t>
            </a:r>
          </a:p>
          <a:p>
            <a:pPr marL="285750" indent="-285750">
              <a:buFont typeface="Arial"/>
              <a:buChar char="•"/>
            </a:pPr>
            <a:r>
              <a:rPr lang="en-US" sz="1400">
                <a:highlight>
                  <a:srgbClr val="FFFFFF"/>
                </a:highlight>
                <a:latin typeface="Calibri"/>
                <a:ea typeface="Calibri"/>
                <a:cs typeface="Calibri"/>
              </a:rPr>
              <a:t>Priority scheduling for emergency messages</a:t>
            </a:r>
          </a:p>
        </p:txBody>
      </p:sp>
    </p:spTree>
    <p:extLst>
      <p:ext uri="{BB962C8B-B14F-4D97-AF65-F5344CB8AC3E}">
        <p14:creationId xmlns:p14="http://schemas.microsoft.com/office/powerpoint/2010/main" val="2186660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CA838-4A82-C8A5-D0EC-D1476FFEE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D96C1-D202-DA2D-8C17-D0B8CEC2D43E}"/>
              </a:ext>
            </a:extLst>
          </p:cNvPr>
          <p:cNvSpPr>
            <a:spLocks noGrp="1"/>
          </p:cNvSpPr>
          <p:nvPr>
            <p:ph type="title"/>
          </p:nvPr>
        </p:nvSpPr>
        <p:spPr/>
        <p:txBody>
          <a:bodyPr>
            <a:normAutofit fontScale="90000"/>
          </a:bodyPr>
          <a:lstStyle/>
          <a:p>
            <a:r>
              <a:rPr lang="en-US" sz="3200">
                <a:ea typeface="+mj-lt"/>
                <a:cs typeface="+mj-lt"/>
              </a:rPr>
              <a:t>Fault Tree Analysis</a:t>
            </a:r>
            <a:endParaRPr lang="en-US"/>
          </a:p>
        </p:txBody>
      </p:sp>
      <p:sp>
        <p:nvSpPr>
          <p:cNvPr id="4" name="Slide Number Placeholder 3">
            <a:extLst>
              <a:ext uri="{FF2B5EF4-FFF2-40B4-BE49-F238E27FC236}">
                <a16:creationId xmlns:a16="http://schemas.microsoft.com/office/drawing/2014/main" id="{BB3F1BBA-5B24-4B92-45B9-9E0CA9B2D043}"/>
              </a:ext>
            </a:extLst>
          </p:cNvPr>
          <p:cNvSpPr>
            <a:spLocks noGrp="1"/>
          </p:cNvSpPr>
          <p:nvPr>
            <p:ph type="sldNum" sz="quarter" idx="12"/>
          </p:nvPr>
        </p:nvSpPr>
        <p:spPr/>
        <p:txBody>
          <a:bodyPr/>
          <a:lstStyle/>
          <a:p>
            <a:fld id="{B6E51535-B494-4AB4-A54F-324301EC28A2}" type="slidenum">
              <a:rPr lang="en-US" smtClean="0"/>
              <a:t>19</a:t>
            </a:fld>
            <a:endParaRPr lang="en-US"/>
          </a:p>
        </p:txBody>
      </p:sp>
      <p:sp>
        <p:nvSpPr>
          <p:cNvPr id="8" name="TextBox 7">
            <a:extLst>
              <a:ext uri="{FF2B5EF4-FFF2-40B4-BE49-F238E27FC236}">
                <a16:creationId xmlns:a16="http://schemas.microsoft.com/office/drawing/2014/main" id="{68E54A7E-C0BC-0141-38B2-DF21BBE70C01}"/>
              </a:ext>
            </a:extLst>
          </p:cNvPr>
          <p:cNvSpPr txBox="1"/>
          <p:nvPr/>
        </p:nvSpPr>
        <p:spPr>
          <a:xfrm>
            <a:off x="841289" y="1153297"/>
            <a:ext cx="4217000" cy="46012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u="sng">
                <a:highlight>
                  <a:srgbClr val="FFFFFF"/>
                </a:highlight>
                <a:latin typeface="Calibri"/>
                <a:ea typeface="Calibri"/>
                <a:cs typeface="Calibri"/>
              </a:rPr>
              <a:t>Hazard 1: Platoon instability</a:t>
            </a:r>
            <a:endParaRPr lang="en-US" sz="1600"/>
          </a:p>
          <a:p>
            <a:r>
              <a:rPr lang="en-US" sz="1600">
                <a:highlight>
                  <a:srgbClr val="FFFFFF"/>
                </a:highlight>
                <a:latin typeface="Calibri"/>
                <a:ea typeface="Calibri"/>
                <a:cs typeface="Calibri"/>
              </a:rPr>
              <a:t>Event: Oscillations in speed causing unsafe </a:t>
            </a:r>
          </a:p>
          <a:p>
            <a:r>
              <a:rPr lang="en-US" sz="1600">
                <a:highlight>
                  <a:srgbClr val="FFFFFF"/>
                </a:highlight>
                <a:latin typeface="Calibri"/>
                <a:ea typeface="Calibri"/>
                <a:cs typeface="Calibri"/>
              </a:rPr>
              <a:t>inter-vehicle gaps.</a:t>
            </a:r>
            <a:endParaRPr lang="en-US"/>
          </a:p>
          <a:p>
            <a:endParaRPr lang="en-US" sz="1600">
              <a:highlight>
                <a:srgbClr val="FFFFFF"/>
              </a:highlight>
              <a:latin typeface="Calibri"/>
              <a:ea typeface="Calibri"/>
              <a:cs typeface="Calibri"/>
            </a:endParaRPr>
          </a:p>
          <a:p>
            <a:endParaRPr lang="en-US" sz="1600">
              <a:highlight>
                <a:srgbClr val="FFFFFF"/>
              </a:highlight>
              <a:latin typeface="Calibri"/>
              <a:ea typeface="Calibri"/>
              <a:cs typeface="Calibri"/>
            </a:endParaRPr>
          </a:p>
          <a:p>
            <a:endParaRPr lang="en-US" sz="1600">
              <a:highlight>
                <a:srgbClr val="FFFFFF"/>
              </a:highlight>
              <a:latin typeface="Calibri"/>
              <a:ea typeface="Calibri"/>
              <a:cs typeface="Calibri"/>
            </a:endParaRPr>
          </a:p>
          <a:p>
            <a:endParaRPr lang="en-US" sz="1600">
              <a:highlight>
                <a:srgbClr val="FFFFFF"/>
              </a:highlight>
              <a:latin typeface="Calibri"/>
              <a:ea typeface="Calibri"/>
              <a:cs typeface="Calibri"/>
            </a:endParaRPr>
          </a:p>
          <a:p>
            <a:r>
              <a:rPr lang="en-US" sz="1600" b="1" u="sng">
                <a:highlight>
                  <a:srgbClr val="FFFFFF"/>
                </a:highlight>
                <a:latin typeface="Calibri"/>
                <a:ea typeface="Calibri"/>
                <a:cs typeface="Calibri"/>
              </a:rPr>
              <a:t>Hazard handling: </a:t>
            </a:r>
          </a:p>
          <a:p>
            <a:r>
              <a:rPr lang="en-US" sz="1400" b="1" u="sng">
                <a:highlight>
                  <a:srgbClr val="FFFFFF"/>
                </a:highlight>
                <a:latin typeface="Calibri"/>
                <a:ea typeface="Calibri"/>
                <a:cs typeface="Calibri"/>
              </a:rPr>
              <a:t>Design Level: </a:t>
            </a:r>
          </a:p>
          <a:p>
            <a:pPr marL="285750" indent="-285750">
              <a:buFont typeface="Arial"/>
              <a:buChar char="•"/>
            </a:pPr>
            <a:r>
              <a:rPr lang="en-US" sz="1400">
                <a:highlight>
                  <a:srgbClr val="FFFFFF"/>
                </a:highlight>
                <a:latin typeface="Calibri"/>
                <a:ea typeface="Calibri"/>
                <a:cs typeface="Calibri"/>
              </a:rPr>
              <a:t>Logical/matrix clock-based time synchronization</a:t>
            </a:r>
          </a:p>
          <a:p>
            <a:pPr marL="285750" indent="-285750">
              <a:buFont typeface="Arial"/>
              <a:buChar char="•"/>
            </a:pPr>
            <a:r>
              <a:rPr lang="en-US" sz="1400">
                <a:highlight>
                  <a:srgbClr val="FFFFFF"/>
                </a:highlight>
                <a:latin typeface="Calibri"/>
                <a:ea typeface="Calibri"/>
                <a:cs typeface="Calibri"/>
              </a:rPr>
              <a:t>Stability-verified control parameters</a:t>
            </a:r>
          </a:p>
          <a:p>
            <a:pPr marL="285750" indent="-285750">
              <a:buFont typeface="Arial"/>
              <a:buChar char="•"/>
            </a:pPr>
            <a:r>
              <a:rPr lang="en-US" sz="1400">
                <a:highlight>
                  <a:srgbClr val="FFFFFF"/>
                </a:highlight>
                <a:latin typeface="Calibri"/>
                <a:ea typeface="Calibri"/>
                <a:cs typeface="Calibri"/>
              </a:rPr>
              <a:t>Constraints on leader state change rates</a:t>
            </a:r>
          </a:p>
          <a:p>
            <a:pPr marL="285750" indent="-285750">
              <a:buFont typeface="Arial"/>
              <a:buChar char="•"/>
            </a:pPr>
            <a:endParaRPr lang="en-US" sz="1400">
              <a:highlight>
                <a:srgbClr val="FFFFFF"/>
              </a:highlight>
              <a:latin typeface="Calibri"/>
              <a:ea typeface="Calibri"/>
              <a:cs typeface="Calibri"/>
            </a:endParaRPr>
          </a:p>
          <a:p>
            <a:r>
              <a:rPr lang="en-US" sz="1400" b="1" u="sng">
                <a:highlight>
                  <a:srgbClr val="FFFFFF"/>
                </a:highlight>
                <a:latin typeface="Calibri"/>
                <a:ea typeface="Calibri"/>
                <a:cs typeface="Calibri"/>
              </a:rPr>
              <a:t>Implementation level:</a:t>
            </a:r>
            <a:endParaRPr lang="en-US" b="1" u="sng"/>
          </a:p>
          <a:p>
            <a:pPr marL="285750" indent="-285750">
              <a:buFont typeface="Arial"/>
              <a:buChar char="•"/>
            </a:pPr>
            <a:r>
              <a:rPr lang="en-US" sz="1400">
                <a:highlight>
                  <a:srgbClr val="FFFFFF"/>
                </a:highlight>
                <a:latin typeface="Calibri"/>
                <a:ea typeface="Calibri"/>
                <a:cs typeface="Calibri"/>
              </a:rPr>
              <a:t>Matrix clock consistency checks before applying updates</a:t>
            </a:r>
          </a:p>
          <a:p>
            <a:pPr marL="285750" indent="-285750">
              <a:buFont typeface="Arial"/>
              <a:buChar char="•"/>
            </a:pPr>
            <a:r>
              <a:rPr lang="en-US" sz="1400">
                <a:highlight>
                  <a:srgbClr val="FFFFFF"/>
                </a:highlight>
                <a:latin typeface="Calibri"/>
                <a:ea typeface="Calibri"/>
                <a:cs typeface="Calibri"/>
              </a:rPr>
              <a:t>Rate limiting on speed and acceleration commands</a:t>
            </a:r>
          </a:p>
          <a:p>
            <a:pPr marL="285750" indent="-285750">
              <a:buFont typeface="Arial"/>
              <a:buChar char="•"/>
            </a:pPr>
            <a:r>
              <a:rPr lang="en-US" sz="1400">
                <a:highlight>
                  <a:srgbClr val="FFFFFF"/>
                </a:highlight>
                <a:latin typeface="Calibri"/>
                <a:ea typeface="Calibri"/>
                <a:cs typeface="Calibri"/>
              </a:rPr>
              <a:t>Smooth leader state propagation</a:t>
            </a:r>
          </a:p>
          <a:p>
            <a:endParaRPr lang="en-US" sz="1100">
              <a:highlight>
                <a:srgbClr val="FFFFFF"/>
              </a:highlight>
              <a:latin typeface="Calibri"/>
              <a:ea typeface="Calibri"/>
              <a:cs typeface="Calibri"/>
            </a:endParaRPr>
          </a:p>
          <a:p>
            <a:endParaRPr lang="en-US" sz="1400" b="1" u="sng">
              <a:highlight>
                <a:srgbClr val="FFFFFF"/>
              </a:highlight>
              <a:latin typeface="Calibri"/>
              <a:ea typeface="Calibri"/>
              <a:cs typeface="Calibri"/>
            </a:endParaRPr>
          </a:p>
        </p:txBody>
      </p:sp>
      <p:pic>
        <p:nvPicPr>
          <p:cNvPr id="7" name="Content Placeholder 6" descr="Platoon instability &#10;Clock desynchrony &#10;Software bug in &#10;Sudden leader &#10;cruise control system &#10;behaviour change &#10;Clock drift &#10;Missed &#10;synchronization &#10;Abrupt acceleration &#10;Abrupt braking &#10;Wrong control gain &#10;Unhandled edge case ">
            <a:extLst>
              <a:ext uri="{FF2B5EF4-FFF2-40B4-BE49-F238E27FC236}">
                <a16:creationId xmlns:a16="http://schemas.microsoft.com/office/drawing/2014/main" id="{0DA7CD4E-DBA4-A898-3E74-238784144873}"/>
              </a:ext>
            </a:extLst>
          </p:cNvPr>
          <p:cNvPicPr>
            <a:picLocks noGrp="1" noChangeAspect="1"/>
          </p:cNvPicPr>
          <p:nvPr>
            <p:ph idx="1"/>
          </p:nvPr>
        </p:nvPicPr>
        <p:blipFill>
          <a:blip r:embed="rId2"/>
          <a:stretch>
            <a:fillRect/>
          </a:stretch>
        </p:blipFill>
        <p:spPr>
          <a:xfrm>
            <a:off x="5204981" y="1029081"/>
            <a:ext cx="6906487" cy="5271707"/>
          </a:xfrm>
          <a:prstGeom prst="rect">
            <a:avLst/>
          </a:prstGeom>
        </p:spPr>
      </p:pic>
    </p:spTree>
    <p:extLst>
      <p:ext uri="{BB962C8B-B14F-4D97-AF65-F5344CB8AC3E}">
        <p14:creationId xmlns:p14="http://schemas.microsoft.com/office/powerpoint/2010/main" val="1005893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CD0BA-33F2-B20E-8C64-771B4B4C7986}"/>
              </a:ext>
            </a:extLst>
          </p:cNvPr>
          <p:cNvSpPr>
            <a:spLocks noGrp="1"/>
          </p:cNvSpPr>
          <p:nvPr>
            <p:ph type="title"/>
          </p:nvPr>
        </p:nvSpPr>
        <p:spPr/>
        <p:txBody>
          <a:bodyPr>
            <a:normAutofit fontScale="90000"/>
          </a:bodyPr>
          <a:lstStyle/>
          <a:p>
            <a:r>
              <a:rPr lang="en-US"/>
              <a:t>State Machine -Leader</a:t>
            </a:r>
          </a:p>
        </p:txBody>
      </p:sp>
      <p:pic>
        <p:nvPicPr>
          <p:cNvPr id="6" name="Content Placeholder 5">
            <a:extLst>
              <a:ext uri="{FF2B5EF4-FFF2-40B4-BE49-F238E27FC236}">
                <a16:creationId xmlns:a16="http://schemas.microsoft.com/office/drawing/2014/main" id="{DB95AD15-F830-04FC-206B-B8AE83BC2AC7}"/>
              </a:ext>
            </a:extLst>
          </p:cNvPr>
          <p:cNvPicPr>
            <a:picLocks noGrp="1" noChangeAspect="1"/>
          </p:cNvPicPr>
          <p:nvPr>
            <p:ph idx="1"/>
          </p:nvPr>
        </p:nvPicPr>
        <p:blipFill>
          <a:blip r:embed="rId2"/>
          <a:stretch>
            <a:fillRect/>
          </a:stretch>
        </p:blipFill>
        <p:spPr>
          <a:xfrm>
            <a:off x="533401" y="1332364"/>
            <a:ext cx="10515600" cy="4678368"/>
          </a:xfrm>
          <a:prstGeom prst="rect">
            <a:avLst/>
          </a:prstGeom>
        </p:spPr>
      </p:pic>
      <p:sp>
        <p:nvSpPr>
          <p:cNvPr id="4" name="Slide Number Placeholder 3">
            <a:extLst>
              <a:ext uri="{FF2B5EF4-FFF2-40B4-BE49-F238E27FC236}">
                <a16:creationId xmlns:a16="http://schemas.microsoft.com/office/drawing/2014/main" id="{691DCD1C-C0DD-0CAC-A86F-632D2F3B6979}"/>
              </a:ext>
            </a:extLst>
          </p:cNvPr>
          <p:cNvSpPr>
            <a:spLocks noGrp="1"/>
          </p:cNvSpPr>
          <p:nvPr>
            <p:ph type="sldNum" sz="quarter" idx="12"/>
          </p:nvPr>
        </p:nvSpPr>
        <p:spPr/>
        <p:txBody>
          <a:bodyPr/>
          <a:lstStyle/>
          <a:p>
            <a:fld id="{B6E51535-B494-4AB4-A54F-324301EC28A2}" type="slidenum">
              <a:rPr lang="en-US" smtClean="0"/>
              <a:t>20</a:t>
            </a:fld>
            <a:endParaRPr lang="en-US"/>
          </a:p>
        </p:txBody>
      </p:sp>
    </p:spTree>
    <p:extLst>
      <p:ext uri="{BB962C8B-B14F-4D97-AF65-F5344CB8AC3E}">
        <p14:creationId xmlns:p14="http://schemas.microsoft.com/office/powerpoint/2010/main" val="3158925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F738-0667-E27E-AD34-EEC8998D67D4}"/>
              </a:ext>
            </a:extLst>
          </p:cNvPr>
          <p:cNvSpPr>
            <a:spLocks noGrp="1"/>
          </p:cNvSpPr>
          <p:nvPr>
            <p:ph type="title"/>
          </p:nvPr>
        </p:nvSpPr>
        <p:spPr/>
        <p:txBody>
          <a:bodyPr>
            <a:normAutofit fontScale="90000"/>
          </a:bodyPr>
          <a:lstStyle/>
          <a:p>
            <a:r>
              <a:rPr lang="en-US"/>
              <a:t>State Machine - Follower</a:t>
            </a:r>
          </a:p>
        </p:txBody>
      </p:sp>
      <p:pic>
        <p:nvPicPr>
          <p:cNvPr id="6" name="Content Placeholder 5">
            <a:extLst>
              <a:ext uri="{FF2B5EF4-FFF2-40B4-BE49-F238E27FC236}">
                <a16:creationId xmlns:a16="http://schemas.microsoft.com/office/drawing/2014/main" id="{A4E4DF95-2C2C-3331-0C0F-ACB6ACA1CBC4}"/>
              </a:ext>
            </a:extLst>
          </p:cNvPr>
          <p:cNvPicPr>
            <a:picLocks noGrp="1" noChangeAspect="1"/>
          </p:cNvPicPr>
          <p:nvPr>
            <p:ph idx="1"/>
          </p:nvPr>
        </p:nvPicPr>
        <p:blipFill>
          <a:blip r:embed="rId2"/>
          <a:srcRect l="1260" t="8078"/>
          <a:stretch>
            <a:fillRect/>
          </a:stretch>
        </p:blipFill>
        <p:spPr>
          <a:xfrm>
            <a:off x="517641" y="1426028"/>
            <a:ext cx="11293359" cy="4778827"/>
          </a:xfrm>
          <a:prstGeom prst="rect">
            <a:avLst/>
          </a:prstGeom>
        </p:spPr>
      </p:pic>
      <p:sp>
        <p:nvSpPr>
          <p:cNvPr id="4" name="Slide Number Placeholder 3">
            <a:extLst>
              <a:ext uri="{FF2B5EF4-FFF2-40B4-BE49-F238E27FC236}">
                <a16:creationId xmlns:a16="http://schemas.microsoft.com/office/drawing/2014/main" id="{C1CC5424-6BE1-48FF-5938-2FFA909818A9}"/>
              </a:ext>
            </a:extLst>
          </p:cNvPr>
          <p:cNvSpPr>
            <a:spLocks noGrp="1"/>
          </p:cNvSpPr>
          <p:nvPr>
            <p:ph type="sldNum" sz="quarter" idx="12"/>
          </p:nvPr>
        </p:nvSpPr>
        <p:spPr/>
        <p:txBody>
          <a:bodyPr/>
          <a:lstStyle/>
          <a:p>
            <a:fld id="{B6E51535-B494-4AB4-A54F-324301EC28A2}" type="slidenum">
              <a:rPr lang="en-US" smtClean="0"/>
              <a:pPr/>
              <a:t>21</a:t>
            </a:fld>
            <a:endParaRPr lang="en-US"/>
          </a:p>
        </p:txBody>
      </p:sp>
    </p:spTree>
    <p:extLst>
      <p:ext uri="{BB962C8B-B14F-4D97-AF65-F5344CB8AC3E}">
        <p14:creationId xmlns:p14="http://schemas.microsoft.com/office/powerpoint/2010/main" val="1990665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A72AC-B8EE-7465-FA55-9958B9648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A194C-4BE8-0437-7CEF-A1250FA944FA}"/>
              </a:ext>
            </a:extLst>
          </p:cNvPr>
          <p:cNvSpPr>
            <a:spLocks noGrp="1"/>
          </p:cNvSpPr>
          <p:nvPr>
            <p:ph type="title"/>
          </p:nvPr>
        </p:nvSpPr>
        <p:spPr/>
        <p:txBody>
          <a:bodyPr>
            <a:normAutofit/>
          </a:bodyPr>
          <a:lstStyle/>
          <a:p>
            <a:r>
              <a:rPr lang="en-US" sz="2700">
                <a:cs typeface="Aharoni"/>
              </a:rPr>
              <a:t>Events and Signals</a:t>
            </a:r>
            <a:endParaRPr lang="en-US">
              <a:cs typeface="Aharoni"/>
            </a:endParaRPr>
          </a:p>
        </p:txBody>
      </p:sp>
      <p:graphicFrame>
        <p:nvGraphicFramePr>
          <p:cNvPr id="5" name="Content Placeholder 4">
            <a:extLst>
              <a:ext uri="{FF2B5EF4-FFF2-40B4-BE49-F238E27FC236}">
                <a16:creationId xmlns:a16="http://schemas.microsoft.com/office/drawing/2014/main" id="{0AC34A04-2FB0-7FCF-C5D4-18910E613C22}"/>
              </a:ext>
            </a:extLst>
          </p:cNvPr>
          <p:cNvGraphicFramePr>
            <a:graphicFrameLocks noGrp="1"/>
          </p:cNvGraphicFramePr>
          <p:nvPr>
            <p:ph idx="1"/>
            <p:extLst>
              <p:ext uri="{D42A27DB-BD31-4B8C-83A1-F6EECF244321}">
                <p14:modId xmlns:p14="http://schemas.microsoft.com/office/powerpoint/2010/main" val="895361145"/>
              </p:ext>
            </p:extLst>
          </p:nvPr>
        </p:nvGraphicFramePr>
        <p:xfrm>
          <a:off x="1768415" y="905773"/>
          <a:ext cx="7693262" cy="2230267"/>
        </p:xfrm>
        <a:graphic>
          <a:graphicData uri="http://schemas.openxmlformats.org/drawingml/2006/table">
            <a:tbl>
              <a:tblPr firstRow="1" bandRow="1">
                <a:tableStyleId>{21E4AEA4-8DFA-4A89-87EB-49C32662AFE0}</a:tableStyleId>
              </a:tblPr>
              <a:tblGrid>
                <a:gridCol w="3846631">
                  <a:extLst>
                    <a:ext uri="{9D8B030D-6E8A-4147-A177-3AD203B41FA5}">
                      <a16:colId xmlns:a16="http://schemas.microsoft.com/office/drawing/2014/main" val="4030879665"/>
                    </a:ext>
                  </a:extLst>
                </a:gridCol>
                <a:gridCol w="3846631">
                  <a:extLst>
                    <a:ext uri="{9D8B030D-6E8A-4147-A177-3AD203B41FA5}">
                      <a16:colId xmlns:a16="http://schemas.microsoft.com/office/drawing/2014/main" val="3386399241"/>
                    </a:ext>
                  </a:extLst>
                </a:gridCol>
              </a:tblGrid>
              <a:tr h="375001">
                <a:tc gridSpan="2">
                  <a:txBody>
                    <a:bodyPr/>
                    <a:lstStyle/>
                    <a:p>
                      <a:pPr lvl="0" algn="ctr">
                        <a:buNone/>
                      </a:pPr>
                      <a:r>
                        <a:rPr lang="en-US" b="1"/>
                        <a:t>LEADER</a:t>
                      </a:r>
                    </a:p>
                  </a:txBody>
                  <a:tcPr anchor="ctr"/>
                </a:tc>
                <a:tc hMerge="1">
                  <a:txBody>
                    <a:bodyPr/>
                    <a:lstStyle/>
                    <a:p>
                      <a:endParaRPr lang="en-US"/>
                    </a:p>
                  </a:txBody>
                  <a:tcPr/>
                </a:tc>
                <a:extLst>
                  <a:ext uri="{0D108BD9-81ED-4DB2-BD59-A6C34878D82A}">
                    <a16:rowId xmlns:a16="http://schemas.microsoft.com/office/drawing/2014/main" val="3313203691"/>
                  </a:ext>
                </a:extLst>
              </a:tr>
              <a:tr h="375001">
                <a:tc>
                  <a:txBody>
                    <a:bodyPr/>
                    <a:lstStyle/>
                    <a:p>
                      <a:pPr algn="ctr"/>
                      <a:r>
                        <a:rPr lang="en-US" b="1"/>
                        <a:t>Events</a:t>
                      </a:r>
                    </a:p>
                  </a:txBody>
                  <a:tcPr anchor="ctr"/>
                </a:tc>
                <a:tc>
                  <a:txBody>
                    <a:bodyPr/>
                    <a:lstStyle/>
                    <a:p>
                      <a:pPr lvl="0" algn="ctr">
                        <a:buNone/>
                      </a:pPr>
                      <a:r>
                        <a:rPr lang="en-US" sz="1800" b="1" i="0" u="none" strike="noStrike" noProof="0">
                          <a:latin typeface="Corbel"/>
                        </a:rPr>
                        <a:t>Signals</a:t>
                      </a:r>
                      <a:endParaRPr lang="en-US" b="1"/>
                    </a:p>
                  </a:txBody>
                  <a:tcPr anchor="ctr"/>
                </a:tc>
                <a:extLst>
                  <a:ext uri="{0D108BD9-81ED-4DB2-BD59-A6C34878D82A}">
                    <a16:rowId xmlns:a16="http://schemas.microsoft.com/office/drawing/2014/main" val="2648438606"/>
                  </a:ext>
                </a:extLst>
              </a:tr>
              <a:tr h="1480265">
                <a:tc>
                  <a:txBody>
                    <a:bodyPr/>
                    <a:lstStyle/>
                    <a:p>
                      <a:pPr marL="342900" lvl="0" indent="-342900" algn="l">
                        <a:lnSpc>
                          <a:spcPct val="100000"/>
                        </a:lnSpc>
                        <a:spcBef>
                          <a:spcPts val="0"/>
                        </a:spcBef>
                        <a:spcAft>
                          <a:spcPts val="0"/>
                        </a:spcAft>
                        <a:buAutoNum type="arabicPeriod"/>
                      </a:pPr>
                      <a:r>
                        <a:rPr lang="en-US" sz="1800" b="0" i="0" u="none" strike="noStrike" noProof="0">
                          <a:latin typeface="Corbel"/>
                        </a:rPr>
                        <a:t>EVT_TICK_UPDATE</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EVT_USER_INPUT</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EVT_PLATOON_FORMED</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EVT_FOLLOWER_MSG</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EVT_SHUTDOWN</a:t>
                      </a:r>
                      <a:endParaRPr lang="en-US" sz="1800"/>
                    </a:p>
                  </a:txBody>
                  <a:tcPr/>
                </a:tc>
                <a:tc>
                  <a:txBody>
                    <a:bodyPr/>
                    <a:lstStyle/>
                    <a:p>
                      <a:pPr marL="342900" lvl="0" indent="-342900" algn="l">
                        <a:lnSpc>
                          <a:spcPct val="100000"/>
                        </a:lnSpc>
                        <a:spcBef>
                          <a:spcPts val="0"/>
                        </a:spcBef>
                        <a:spcAft>
                          <a:spcPts val="0"/>
                        </a:spcAft>
                        <a:buAutoNum type="arabicPeriod"/>
                      </a:pPr>
                      <a:r>
                        <a:rPr lang="en-US" sz="1800" b="0" i="0" u="none" strike="noStrike" noProof="0">
                          <a:latin typeface="Corbel"/>
                        </a:rPr>
                        <a:t>MSG_LDR_ASSIGN_ID</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MSG_LDR_SPAWN</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MSG_LDR_UPDATE_REAR</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MSG_LDR_CMD</a:t>
                      </a:r>
                      <a:endParaRPr lang="en-US" sz="1800"/>
                    </a:p>
                    <a:p>
                      <a:pPr marL="342900" lvl="0" indent="-342900" algn="l">
                        <a:lnSpc>
                          <a:spcPct val="100000"/>
                        </a:lnSpc>
                        <a:spcBef>
                          <a:spcPts val="0"/>
                        </a:spcBef>
                        <a:spcAft>
                          <a:spcPts val="0"/>
                        </a:spcAft>
                        <a:buAutoNum type="arabicPeriod"/>
                      </a:pPr>
                      <a:r>
                        <a:rPr lang="en-US" sz="1800" b="0" i="0" u="none" strike="noStrike" noProof="0">
                          <a:latin typeface="Corbel"/>
                        </a:rPr>
                        <a:t>MSG_LDR_EMERGENCY_BRAKE</a:t>
                      </a:r>
                      <a:endParaRPr lang="en-US" sz="1800"/>
                    </a:p>
                  </a:txBody>
                  <a:tcPr/>
                </a:tc>
                <a:extLst>
                  <a:ext uri="{0D108BD9-81ED-4DB2-BD59-A6C34878D82A}">
                    <a16:rowId xmlns:a16="http://schemas.microsoft.com/office/drawing/2014/main" val="1067752258"/>
                  </a:ext>
                </a:extLst>
              </a:tr>
            </a:tbl>
          </a:graphicData>
        </a:graphic>
      </p:graphicFrame>
      <p:sp>
        <p:nvSpPr>
          <p:cNvPr id="4" name="Slide Number Placeholder 3">
            <a:extLst>
              <a:ext uri="{FF2B5EF4-FFF2-40B4-BE49-F238E27FC236}">
                <a16:creationId xmlns:a16="http://schemas.microsoft.com/office/drawing/2014/main" id="{6D51EE64-2ABF-660A-DCF9-7610A2D14AD8}"/>
              </a:ext>
            </a:extLst>
          </p:cNvPr>
          <p:cNvSpPr>
            <a:spLocks noGrp="1"/>
          </p:cNvSpPr>
          <p:nvPr>
            <p:ph type="sldNum" sz="quarter" idx="12"/>
          </p:nvPr>
        </p:nvSpPr>
        <p:spPr/>
        <p:txBody>
          <a:bodyPr/>
          <a:lstStyle/>
          <a:p>
            <a:fld id="{B6E51535-B494-4AB4-A54F-324301EC28A2}" type="slidenum">
              <a:rPr lang="en-US" smtClean="0"/>
              <a:t>22</a:t>
            </a:fld>
            <a:endParaRPr lang="en-US"/>
          </a:p>
        </p:txBody>
      </p:sp>
      <p:graphicFrame>
        <p:nvGraphicFramePr>
          <p:cNvPr id="8" name="Table 7">
            <a:extLst>
              <a:ext uri="{FF2B5EF4-FFF2-40B4-BE49-F238E27FC236}">
                <a16:creationId xmlns:a16="http://schemas.microsoft.com/office/drawing/2014/main" id="{12A2A108-E219-2ED8-2EA4-7A344D2F3895}"/>
              </a:ext>
            </a:extLst>
          </p:cNvPr>
          <p:cNvGraphicFramePr>
            <a:graphicFrameLocks noGrp="1"/>
          </p:cNvGraphicFramePr>
          <p:nvPr>
            <p:extLst>
              <p:ext uri="{D42A27DB-BD31-4B8C-83A1-F6EECF244321}">
                <p14:modId xmlns:p14="http://schemas.microsoft.com/office/powerpoint/2010/main" val="365708788"/>
              </p:ext>
            </p:extLst>
          </p:nvPr>
        </p:nvGraphicFramePr>
        <p:xfrm>
          <a:off x="1768415" y="3364301"/>
          <a:ext cx="7678156" cy="2800604"/>
        </p:xfrm>
        <a:graphic>
          <a:graphicData uri="http://schemas.openxmlformats.org/drawingml/2006/table">
            <a:tbl>
              <a:tblPr bandRow="1">
                <a:tableStyleId>{5C22544A-7EE6-4342-B048-85BDC9FD1C3A}</a:tableStyleId>
              </a:tblPr>
              <a:tblGrid>
                <a:gridCol w="3839078">
                  <a:extLst>
                    <a:ext uri="{9D8B030D-6E8A-4147-A177-3AD203B41FA5}">
                      <a16:colId xmlns:a16="http://schemas.microsoft.com/office/drawing/2014/main" val="2419939117"/>
                    </a:ext>
                  </a:extLst>
                </a:gridCol>
                <a:gridCol w="3839078">
                  <a:extLst>
                    <a:ext uri="{9D8B030D-6E8A-4147-A177-3AD203B41FA5}">
                      <a16:colId xmlns:a16="http://schemas.microsoft.com/office/drawing/2014/main" val="1039178418"/>
                    </a:ext>
                  </a:extLst>
                </a:gridCol>
              </a:tblGrid>
              <a:tr h="157937">
                <a:tc gridSpan="2">
                  <a:txBody>
                    <a:bodyPr/>
                    <a:lstStyle/>
                    <a:p>
                      <a:pPr algn="ctr" rtl="0" fontAlgn="base">
                        <a:lnSpc>
                          <a:spcPts val="2025"/>
                        </a:lnSpc>
                        <a:buNone/>
                      </a:pPr>
                      <a:r>
                        <a:rPr lang="en-US" sz="1800" b="1">
                          <a:solidFill>
                            <a:srgbClr val="FFFFFF"/>
                          </a:solidFill>
                          <a:effectLst/>
                          <a:latin typeface="Corbel"/>
                        </a:rPr>
                        <a:t>FOLLOWER</a:t>
                      </a:r>
                      <a:endParaRPr lang="en-US" b="1">
                        <a:solidFill>
                          <a:srgbClr val="FFFFFF"/>
                        </a:solidFill>
                        <a:effectLst/>
                        <a:latin typeface="Corbel"/>
                      </a:endParaRP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E97132"/>
                    </a:solidFill>
                  </a:tcPr>
                </a:tc>
                <a:tc hMerge="1">
                  <a:txBody>
                    <a:bodyPr/>
                    <a:lstStyle/>
                    <a:p>
                      <a:endParaRPr lang="en-US"/>
                    </a:p>
                  </a:txBody>
                  <a:tcPr/>
                </a:tc>
                <a:extLst>
                  <a:ext uri="{0D108BD9-81ED-4DB2-BD59-A6C34878D82A}">
                    <a16:rowId xmlns:a16="http://schemas.microsoft.com/office/drawing/2014/main" val="125543977"/>
                  </a:ext>
                </a:extLst>
              </a:tr>
              <a:tr h="165834">
                <a:tc>
                  <a:txBody>
                    <a:bodyPr/>
                    <a:lstStyle/>
                    <a:p>
                      <a:pPr algn="ctr" rtl="0" fontAlgn="base">
                        <a:lnSpc>
                          <a:spcPts val="2025"/>
                        </a:lnSpc>
                        <a:buNone/>
                      </a:pPr>
                      <a:r>
                        <a:rPr lang="en-US" sz="1800" b="1">
                          <a:effectLst/>
                          <a:latin typeface="Corbel"/>
                        </a:rPr>
                        <a:t>Events</a:t>
                      </a:r>
                      <a:endParaRPr lang="en-US">
                        <a:effectLst/>
                        <a:latin typeface="Corbel"/>
                      </a:endParaRP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F7D5CD"/>
                    </a:solidFill>
                  </a:tcPr>
                </a:tc>
                <a:tc>
                  <a:txBody>
                    <a:bodyPr/>
                    <a:lstStyle/>
                    <a:p>
                      <a:pPr algn="ctr" rtl="0" fontAlgn="base">
                        <a:lnSpc>
                          <a:spcPts val="2025"/>
                        </a:lnSpc>
                        <a:buNone/>
                      </a:pPr>
                      <a:r>
                        <a:rPr lang="en-US" sz="1800" b="1">
                          <a:effectLst/>
                          <a:latin typeface="Corbel"/>
                        </a:rPr>
                        <a:t>Signals</a:t>
                      </a:r>
                      <a:endParaRPr lang="en-US">
                        <a:effectLst/>
                        <a:latin typeface="Corbel"/>
                      </a:endParaRP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F7D5CD"/>
                    </a:solidFill>
                  </a:tcPr>
                </a:tc>
                <a:extLst>
                  <a:ext uri="{0D108BD9-81ED-4DB2-BD59-A6C34878D82A}">
                    <a16:rowId xmlns:a16="http://schemas.microsoft.com/office/drawing/2014/main" val="158947873"/>
                  </a:ext>
                </a:extLst>
              </a:tr>
              <a:tr h="1618858">
                <a:tc>
                  <a:txBody>
                    <a:bodyPr/>
                    <a:lstStyle/>
                    <a:p>
                      <a:pPr marL="342900" lvl="0" indent="-342900" rtl="0" fontAlgn="base">
                        <a:lnSpc>
                          <a:spcPts val="2025"/>
                        </a:lnSpc>
                        <a:buFont typeface="+mj-lt"/>
                        <a:buAutoNum type="arabicPeriod"/>
                      </a:pPr>
                      <a:r>
                        <a:rPr lang="en-US" sz="1800">
                          <a:effectLst/>
                          <a:latin typeface="Corbel"/>
                        </a:rPr>
                        <a:t>EVT_CRUISE_CMD</a:t>
                      </a:r>
                      <a:endParaRPr lang="en-US">
                        <a:effectLst/>
                        <a:latin typeface="Corbel"/>
                      </a:endParaRPr>
                    </a:p>
                    <a:p>
                      <a:pPr marL="342900" lvl="0" indent="-342900" rtl="0" fontAlgn="base">
                        <a:lnSpc>
                          <a:spcPts val="2025"/>
                        </a:lnSpc>
                        <a:buFont typeface="+mj-lt"/>
                        <a:buAutoNum type="arabicPeriod"/>
                      </a:pPr>
                      <a:r>
                        <a:rPr lang="en-US" sz="1800">
                          <a:effectLst/>
                          <a:latin typeface="Corbel"/>
                        </a:rPr>
                        <a:t>EVT_DISTANCE</a:t>
                      </a:r>
                      <a:endParaRPr lang="en-US">
                        <a:effectLst/>
                        <a:latin typeface="Corbel"/>
                      </a:endParaRPr>
                    </a:p>
                    <a:p>
                      <a:pPr marL="342900" lvl="0" indent="-342900" rtl="0" fontAlgn="base">
                        <a:lnSpc>
                          <a:spcPts val="2025"/>
                        </a:lnSpc>
                        <a:buFont typeface="+mj-lt"/>
                        <a:buAutoNum type="arabicPeriod"/>
                      </a:pPr>
                      <a:r>
                        <a:rPr lang="en-US" sz="1800">
                          <a:effectLst/>
                          <a:latin typeface="Corbel"/>
                        </a:rPr>
                        <a:t>EVT_INTRUDER</a:t>
                      </a:r>
                      <a:endParaRPr lang="en-US">
                        <a:effectLst/>
                        <a:latin typeface="Corbel"/>
                      </a:endParaRPr>
                    </a:p>
                    <a:p>
                      <a:pPr marL="342900" lvl="0" indent="-342900" rtl="0" fontAlgn="base">
                        <a:lnSpc>
                          <a:spcPts val="2025"/>
                        </a:lnSpc>
                        <a:buFont typeface="+mj-lt"/>
                        <a:buAutoNum type="arabicPeriod"/>
                      </a:pPr>
                      <a:r>
                        <a:rPr lang="en-US" sz="1800">
                          <a:effectLst/>
                          <a:latin typeface="Corbel"/>
                        </a:rPr>
                        <a:t>EVT_INTRUDER_CLEAR</a:t>
                      </a:r>
                      <a:endParaRPr lang="en-US">
                        <a:effectLst/>
                        <a:latin typeface="Corbel"/>
                      </a:endParaRPr>
                    </a:p>
                    <a:p>
                      <a:pPr marL="342900" lvl="0" indent="-342900" rtl="0" fontAlgn="base">
                        <a:lnSpc>
                          <a:spcPts val="2025"/>
                        </a:lnSpc>
                        <a:buFont typeface="+mj-lt"/>
                        <a:buAutoNum type="arabicPeriod"/>
                      </a:pPr>
                      <a:r>
                        <a:rPr lang="en-US" sz="1800">
                          <a:effectLst/>
                          <a:latin typeface="Corbel"/>
                        </a:rPr>
                        <a:t>EVT_EMERGENCY</a:t>
                      </a:r>
                      <a:endParaRPr lang="en-US">
                        <a:effectLst/>
                        <a:latin typeface="Corbel"/>
                      </a:endParaRPr>
                    </a:p>
                    <a:p>
                      <a:pPr marL="342900" lvl="0" indent="-342900" rtl="0" fontAlgn="base">
                        <a:lnSpc>
                          <a:spcPts val="2025"/>
                        </a:lnSpc>
                        <a:buFont typeface="+mj-lt"/>
                        <a:buAutoNum type="arabicPeriod"/>
                      </a:pPr>
                      <a:r>
                        <a:rPr lang="en-US" sz="1800">
                          <a:effectLst/>
                          <a:latin typeface="Corbel"/>
                        </a:rPr>
                        <a:t>EVT_EMERGENCY_TIMER</a:t>
                      </a:r>
                      <a:endParaRPr lang="en-US">
                        <a:effectLst/>
                        <a:latin typeface="Corbel"/>
                      </a:endParaRPr>
                    </a:p>
                    <a:p>
                      <a:pPr marL="342900" lvl="0" indent="-342900">
                        <a:lnSpc>
                          <a:spcPts val="2025"/>
                        </a:lnSpc>
                        <a:buAutoNum type="arabicPeriod"/>
                      </a:pPr>
                      <a:r>
                        <a:rPr lang="en-US" sz="1800" b="0" i="0" u="none" strike="noStrike" noProof="0">
                          <a:effectLst/>
                        </a:rPr>
                        <a:t>EVT_LEADER_TIMEOUT </a:t>
                      </a:r>
                      <a:endParaRPr lang="en-US" sz="1800">
                        <a:effectLst/>
                        <a:latin typeface="Corbel"/>
                      </a:endParaRPr>
                    </a:p>
                    <a:p>
                      <a:pPr marL="342900" lvl="0" indent="-342900" rtl="0" fontAlgn="base">
                        <a:lnSpc>
                          <a:spcPts val="2025"/>
                        </a:lnSpc>
                        <a:buFont typeface="+mj-lt"/>
                        <a:buAutoNum type="arabicPeriod"/>
                      </a:pPr>
                      <a:r>
                        <a:rPr lang="en-US" sz="1800">
                          <a:effectLst/>
                          <a:latin typeface="Corbel"/>
                        </a:rPr>
                        <a:t>EVT_SHUTDOWN</a:t>
                      </a:r>
                      <a:endParaRPr lang="en-US">
                        <a:effectLst/>
                        <a:latin typeface="Corbel"/>
                      </a:endParaRPr>
                    </a:p>
                  </a:txBody>
                  <a:tcPr marL="86868" marR="86868" marT="43434" marB="43434">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FBEBE8"/>
                    </a:solidFill>
                  </a:tcPr>
                </a:tc>
                <a:tc>
                  <a:txBody>
                    <a:bodyPr/>
                    <a:lstStyle/>
                    <a:p>
                      <a:pPr marL="342900" lvl="0" indent="-342900" rtl="0" fontAlgn="base">
                        <a:lnSpc>
                          <a:spcPts val="2025"/>
                        </a:lnSpc>
                        <a:buFont typeface="+mj-lt"/>
                        <a:buAutoNum type="arabicPeriod"/>
                      </a:pPr>
                      <a:r>
                        <a:rPr lang="en-US" sz="1800">
                          <a:effectLst/>
                          <a:latin typeface="Corbel"/>
                        </a:rPr>
                        <a:t>MSG_FT_POSITION </a:t>
                      </a:r>
                      <a:endParaRPr lang="en-US">
                        <a:effectLst/>
                        <a:latin typeface="Corbel"/>
                      </a:endParaRPr>
                    </a:p>
                    <a:p>
                      <a:pPr marL="342900" lvl="0" indent="-342900" rtl="0" fontAlgn="base">
                        <a:lnSpc>
                          <a:spcPts val="2025"/>
                        </a:lnSpc>
                        <a:buFont typeface="+mj-lt"/>
                        <a:buAutoNum type="arabicPeriod"/>
                      </a:pPr>
                      <a:r>
                        <a:rPr lang="en-US" sz="1800">
                          <a:effectLst/>
                          <a:latin typeface="Corbel"/>
                        </a:rPr>
                        <a:t>MSG_FT_INTRUDER_REPORT </a:t>
                      </a:r>
                      <a:endParaRPr lang="en-US">
                        <a:effectLst/>
                        <a:latin typeface="Corbel"/>
                      </a:endParaRPr>
                    </a:p>
                    <a:p>
                      <a:pPr marL="342900" lvl="0" indent="-342900" rtl="0" fontAlgn="base">
                        <a:lnSpc>
                          <a:spcPts val="2025"/>
                        </a:lnSpc>
                        <a:buFont typeface="+mj-lt"/>
                        <a:buAutoNum type="arabicPeriod"/>
                      </a:pPr>
                      <a:r>
                        <a:rPr lang="en-US" sz="1800">
                          <a:effectLst/>
                          <a:latin typeface="Corbel"/>
                        </a:rPr>
                        <a:t>MSG_FT_EMERGENCY_BRAKE</a:t>
                      </a:r>
                      <a:endParaRPr lang="en-US">
                        <a:effectLst/>
                        <a:latin typeface="Corbel"/>
                      </a:endParaRPr>
                    </a:p>
                  </a:txBody>
                  <a:tcPr marL="86868" marR="86868" marT="43434" marB="43434">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solidFill>
                      <a:srgbClr val="FBEBE8"/>
                    </a:solidFill>
                  </a:tcPr>
                </a:tc>
                <a:extLst>
                  <a:ext uri="{0D108BD9-81ED-4DB2-BD59-A6C34878D82A}">
                    <a16:rowId xmlns:a16="http://schemas.microsoft.com/office/drawing/2014/main" val="1829693412"/>
                  </a:ext>
                </a:extLst>
              </a:tr>
            </a:tbl>
          </a:graphicData>
        </a:graphic>
      </p:graphicFrame>
    </p:spTree>
    <p:extLst>
      <p:ext uri="{BB962C8B-B14F-4D97-AF65-F5344CB8AC3E}">
        <p14:creationId xmlns:p14="http://schemas.microsoft.com/office/powerpoint/2010/main" val="2783422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73010-3A70-A6A2-975E-64F135A3B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4BD10-BED5-BD99-72C6-8F9135F2C69F}"/>
              </a:ext>
            </a:extLst>
          </p:cNvPr>
          <p:cNvSpPr>
            <a:spLocks noGrp="1"/>
          </p:cNvSpPr>
          <p:nvPr>
            <p:ph type="title"/>
          </p:nvPr>
        </p:nvSpPr>
        <p:spPr/>
        <p:txBody>
          <a:bodyPr>
            <a:normAutofit/>
          </a:bodyPr>
          <a:lstStyle/>
          <a:p>
            <a:r>
              <a:rPr lang="en-US" sz="2700">
                <a:cs typeface="Aharoni"/>
              </a:rPr>
              <a:t>Activity Diagram</a:t>
            </a:r>
            <a:endParaRPr lang="en-US"/>
          </a:p>
        </p:txBody>
      </p:sp>
      <p:sp>
        <p:nvSpPr>
          <p:cNvPr id="4" name="Slide Number Placeholder 3">
            <a:extLst>
              <a:ext uri="{FF2B5EF4-FFF2-40B4-BE49-F238E27FC236}">
                <a16:creationId xmlns:a16="http://schemas.microsoft.com/office/drawing/2014/main" id="{97C8C24A-7D30-9186-555A-96C39077AAB5}"/>
              </a:ext>
            </a:extLst>
          </p:cNvPr>
          <p:cNvSpPr>
            <a:spLocks noGrp="1"/>
          </p:cNvSpPr>
          <p:nvPr>
            <p:ph type="sldNum" sz="quarter" idx="12"/>
          </p:nvPr>
        </p:nvSpPr>
        <p:spPr/>
        <p:txBody>
          <a:bodyPr/>
          <a:lstStyle/>
          <a:p>
            <a:fld id="{B6E51535-B494-4AB4-A54F-324301EC28A2}" type="slidenum">
              <a:rPr lang="en-US" smtClean="0"/>
              <a:t>23</a:t>
            </a:fld>
            <a:endParaRPr lang="en-US"/>
          </a:p>
        </p:txBody>
      </p:sp>
      <p:pic>
        <p:nvPicPr>
          <p:cNvPr id="5" name="Picture 4" descr="A diagram of a flowchart&#10;&#10;AI-generated content may be incorrect.">
            <a:extLst>
              <a:ext uri="{FF2B5EF4-FFF2-40B4-BE49-F238E27FC236}">
                <a16:creationId xmlns:a16="http://schemas.microsoft.com/office/drawing/2014/main" id="{2FFE49FA-E618-B9B2-A114-1F18EE8A0AE9}"/>
              </a:ext>
            </a:extLst>
          </p:cNvPr>
          <p:cNvPicPr>
            <a:picLocks noChangeAspect="1"/>
          </p:cNvPicPr>
          <p:nvPr/>
        </p:nvPicPr>
        <p:blipFill>
          <a:blip r:embed="rId2"/>
          <a:srcRect r="196" b="29784"/>
          <a:stretch>
            <a:fillRect/>
          </a:stretch>
        </p:blipFill>
        <p:spPr>
          <a:xfrm>
            <a:off x="2252685" y="803275"/>
            <a:ext cx="6706623" cy="6044146"/>
          </a:xfrm>
          <a:prstGeom prst="rect">
            <a:avLst/>
          </a:prstGeom>
        </p:spPr>
      </p:pic>
    </p:spTree>
    <p:extLst>
      <p:ext uri="{BB962C8B-B14F-4D97-AF65-F5344CB8AC3E}">
        <p14:creationId xmlns:p14="http://schemas.microsoft.com/office/powerpoint/2010/main" val="539696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656FE-CA6F-8BCA-00C7-A2E73113A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6FCA92-1D40-F0A3-1679-7055C4EFB8DB}"/>
              </a:ext>
            </a:extLst>
          </p:cNvPr>
          <p:cNvSpPr>
            <a:spLocks noGrp="1"/>
          </p:cNvSpPr>
          <p:nvPr>
            <p:ph type="title"/>
          </p:nvPr>
        </p:nvSpPr>
        <p:spPr/>
        <p:txBody>
          <a:bodyPr>
            <a:normAutofit/>
          </a:bodyPr>
          <a:lstStyle/>
          <a:p>
            <a:r>
              <a:rPr lang="en-US" sz="2700">
                <a:cs typeface="Aharoni"/>
              </a:rPr>
              <a:t>Activity Diagram</a:t>
            </a:r>
            <a:endParaRPr lang="en-US"/>
          </a:p>
        </p:txBody>
      </p:sp>
      <p:sp>
        <p:nvSpPr>
          <p:cNvPr id="4" name="Slide Number Placeholder 3">
            <a:extLst>
              <a:ext uri="{FF2B5EF4-FFF2-40B4-BE49-F238E27FC236}">
                <a16:creationId xmlns:a16="http://schemas.microsoft.com/office/drawing/2014/main" id="{6C528C50-37CC-E588-4EE0-55B2A6959979}"/>
              </a:ext>
            </a:extLst>
          </p:cNvPr>
          <p:cNvSpPr>
            <a:spLocks noGrp="1"/>
          </p:cNvSpPr>
          <p:nvPr>
            <p:ph type="sldNum" sz="quarter" idx="12"/>
          </p:nvPr>
        </p:nvSpPr>
        <p:spPr/>
        <p:txBody>
          <a:bodyPr/>
          <a:lstStyle/>
          <a:p>
            <a:fld id="{B6E51535-B494-4AB4-A54F-324301EC28A2}" type="slidenum">
              <a:rPr lang="en-US" smtClean="0"/>
              <a:t>24</a:t>
            </a:fld>
            <a:endParaRPr lang="en-US"/>
          </a:p>
        </p:txBody>
      </p:sp>
      <p:pic>
        <p:nvPicPr>
          <p:cNvPr id="6" name="Picture 5" descr="A diagram of a company&#10;&#10;AI-generated content may be incorrect.">
            <a:extLst>
              <a:ext uri="{FF2B5EF4-FFF2-40B4-BE49-F238E27FC236}">
                <a16:creationId xmlns:a16="http://schemas.microsoft.com/office/drawing/2014/main" id="{077A0228-657E-0A82-6627-32321ED4A334}"/>
              </a:ext>
            </a:extLst>
          </p:cNvPr>
          <p:cNvPicPr>
            <a:picLocks noChangeAspect="1"/>
          </p:cNvPicPr>
          <p:nvPr/>
        </p:nvPicPr>
        <p:blipFill>
          <a:blip r:embed="rId2"/>
          <a:stretch>
            <a:fillRect/>
          </a:stretch>
        </p:blipFill>
        <p:spPr>
          <a:xfrm>
            <a:off x="3045239" y="0"/>
            <a:ext cx="5568122" cy="6858000"/>
          </a:xfrm>
          <a:prstGeom prst="rect">
            <a:avLst/>
          </a:prstGeom>
        </p:spPr>
      </p:pic>
    </p:spTree>
    <p:extLst>
      <p:ext uri="{BB962C8B-B14F-4D97-AF65-F5344CB8AC3E}">
        <p14:creationId xmlns:p14="http://schemas.microsoft.com/office/powerpoint/2010/main" val="2462532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C3B0A-45C1-2CDB-82C7-6656A20E2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24A63-17FE-44AB-1C28-D8C1582911BF}"/>
              </a:ext>
            </a:extLst>
          </p:cNvPr>
          <p:cNvSpPr>
            <a:spLocks noGrp="1"/>
          </p:cNvSpPr>
          <p:nvPr>
            <p:ph type="title"/>
          </p:nvPr>
        </p:nvSpPr>
        <p:spPr/>
        <p:txBody>
          <a:bodyPr>
            <a:normAutofit/>
          </a:bodyPr>
          <a:lstStyle/>
          <a:p>
            <a:r>
              <a:rPr lang="en-US" sz="2400">
                <a:cs typeface="Aharoni"/>
              </a:rPr>
              <a:t>Sequence </a:t>
            </a:r>
            <a:r>
              <a:rPr lang="en-US" sz="2700">
                <a:cs typeface="Aharoni"/>
              </a:rPr>
              <a:t>Diagram</a:t>
            </a:r>
            <a:endParaRPr lang="en-US"/>
          </a:p>
        </p:txBody>
      </p:sp>
      <p:sp>
        <p:nvSpPr>
          <p:cNvPr id="3" name="Content Placeholder 2">
            <a:extLst>
              <a:ext uri="{FF2B5EF4-FFF2-40B4-BE49-F238E27FC236}">
                <a16:creationId xmlns:a16="http://schemas.microsoft.com/office/drawing/2014/main" id="{D52A73F7-015C-3E93-6405-F2B8A84B96A2}"/>
              </a:ext>
            </a:extLst>
          </p:cNvPr>
          <p:cNvSpPr>
            <a:spLocks noGrp="1"/>
          </p:cNvSpPr>
          <p:nvPr>
            <p:ph idx="1"/>
          </p:nvPr>
        </p:nvSpPr>
        <p:spPr/>
        <p:txBody>
          <a:bodyPr vert="horz" lIns="91440" tIns="45720" rIns="91440" bIns="45720" rtlCol="0" anchor="t">
            <a:normAutofit/>
          </a:bodyPr>
          <a:lstStyle/>
          <a:p>
            <a:r>
              <a:rPr lang="en-US" sz="2000"/>
              <a:t>Matrix clock sequence:</a:t>
            </a:r>
          </a:p>
          <a:p>
            <a:endParaRPr lang="en-US"/>
          </a:p>
        </p:txBody>
      </p:sp>
      <p:sp>
        <p:nvSpPr>
          <p:cNvPr id="4" name="Slide Number Placeholder 3">
            <a:extLst>
              <a:ext uri="{FF2B5EF4-FFF2-40B4-BE49-F238E27FC236}">
                <a16:creationId xmlns:a16="http://schemas.microsoft.com/office/drawing/2014/main" id="{797969CC-C4AD-A42A-AC4D-4BC9050A619C}"/>
              </a:ext>
            </a:extLst>
          </p:cNvPr>
          <p:cNvSpPr>
            <a:spLocks noGrp="1"/>
          </p:cNvSpPr>
          <p:nvPr>
            <p:ph type="sldNum" sz="quarter" idx="12"/>
          </p:nvPr>
        </p:nvSpPr>
        <p:spPr/>
        <p:txBody>
          <a:bodyPr/>
          <a:lstStyle/>
          <a:p>
            <a:fld id="{B6E51535-B494-4AB4-A54F-324301EC28A2}" type="slidenum">
              <a:rPr lang="en-US" smtClean="0"/>
              <a:t>25</a:t>
            </a:fld>
            <a:endParaRPr lang="en-US"/>
          </a:p>
        </p:txBody>
      </p:sp>
      <p:pic>
        <p:nvPicPr>
          <p:cNvPr id="5" name="Picture 4" descr="A diagram of a number of followers&#10;&#10;AI-generated content may be incorrect.">
            <a:extLst>
              <a:ext uri="{FF2B5EF4-FFF2-40B4-BE49-F238E27FC236}">
                <a16:creationId xmlns:a16="http://schemas.microsoft.com/office/drawing/2014/main" id="{C79DC993-7196-9F1A-8653-8FA53E4CFDCC}"/>
              </a:ext>
            </a:extLst>
          </p:cNvPr>
          <p:cNvPicPr>
            <a:picLocks noChangeAspect="1"/>
          </p:cNvPicPr>
          <p:nvPr/>
        </p:nvPicPr>
        <p:blipFill>
          <a:blip r:embed="rId2"/>
          <a:stretch>
            <a:fillRect/>
          </a:stretch>
        </p:blipFill>
        <p:spPr>
          <a:xfrm>
            <a:off x="1117514" y="1492722"/>
            <a:ext cx="8515350" cy="3419475"/>
          </a:xfrm>
          <a:prstGeom prst="rect">
            <a:avLst/>
          </a:prstGeom>
        </p:spPr>
      </p:pic>
    </p:spTree>
    <p:extLst>
      <p:ext uri="{BB962C8B-B14F-4D97-AF65-F5344CB8AC3E}">
        <p14:creationId xmlns:p14="http://schemas.microsoft.com/office/powerpoint/2010/main" val="2723942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6E8DE-4F76-8231-3C2E-4BAD240BE25D}"/>
              </a:ext>
            </a:extLst>
          </p:cNvPr>
          <p:cNvSpPr>
            <a:spLocks noGrp="1"/>
          </p:cNvSpPr>
          <p:nvPr>
            <p:ph type="title"/>
          </p:nvPr>
        </p:nvSpPr>
        <p:spPr/>
        <p:txBody>
          <a:bodyPr>
            <a:normAutofit fontScale="90000"/>
          </a:bodyPr>
          <a:lstStyle/>
          <a:p>
            <a:r>
              <a:rPr lang="en-US" err="1">
                <a:cs typeface="Aharoni"/>
              </a:rPr>
              <a:t>SysML</a:t>
            </a:r>
            <a:r>
              <a:rPr lang="en-US">
                <a:cs typeface="Aharoni"/>
              </a:rPr>
              <a:t> Sequence Diagram</a:t>
            </a:r>
            <a:endParaRPr lang="en-US"/>
          </a:p>
        </p:txBody>
      </p:sp>
      <p:pic>
        <p:nvPicPr>
          <p:cNvPr id="5" name="Content Placeholder 4" descr="A screenshot of a computer screen&#10;&#10;AI-generated content may be incorrect.">
            <a:extLst>
              <a:ext uri="{FF2B5EF4-FFF2-40B4-BE49-F238E27FC236}">
                <a16:creationId xmlns:a16="http://schemas.microsoft.com/office/drawing/2014/main" id="{BF101533-CEA6-0431-7158-3028BE36E4DA}"/>
              </a:ext>
            </a:extLst>
          </p:cNvPr>
          <p:cNvPicPr>
            <a:picLocks noGrp="1" noChangeAspect="1"/>
          </p:cNvPicPr>
          <p:nvPr>
            <p:ph idx="1"/>
          </p:nvPr>
        </p:nvPicPr>
        <p:blipFill>
          <a:blip r:embed="rId2"/>
          <a:stretch>
            <a:fillRect/>
          </a:stretch>
        </p:blipFill>
        <p:spPr>
          <a:xfrm>
            <a:off x="2802483" y="1081374"/>
            <a:ext cx="6587034" cy="5455920"/>
          </a:xfrm>
          <a:prstGeom prst="rect">
            <a:avLst/>
          </a:prstGeom>
        </p:spPr>
      </p:pic>
      <p:sp>
        <p:nvSpPr>
          <p:cNvPr id="4" name="Slide Number Placeholder 3">
            <a:extLst>
              <a:ext uri="{FF2B5EF4-FFF2-40B4-BE49-F238E27FC236}">
                <a16:creationId xmlns:a16="http://schemas.microsoft.com/office/drawing/2014/main" id="{2B9CF4D5-B0E8-0CF1-2618-C9CB5529B26E}"/>
              </a:ext>
            </a:extLst>
          </p:cNvPr>
          <p:cNvSpPr>
            <a:spLocks noGrp="1"/>
          </p:cNvSpPr>
          <p:nvPr>
            <p:ph type="sldNum" sz="quarter" idx="12"/>
          </p:nvPr>
        </p:nvSpPr>
        <p:spPr/>
        <p:txBody>
          <a:bodyPr/>
          <a:lstStyle/>
          <a:p>
            <a:fld id="{B6E51535-B494-4AB4-A54F-324301EC28A2}" type="slidenum">
              <a:rPr lang="en-US" smtClean="0"/>
              <a:t>26</a:t>
            </a:fld>
            <a:endParaRPr lang="en-US"/>
          </a:p>
        </p:txBody>
      </p:sp>
    </p:spTree>
    <p:extLst>
      <p:ext uri="{BB962C8B-B14F-4D97-AF65-F5344CB8AC3E}">
        <p14:creationId xmlns:p14="http://schemas.microsoft.com/office/powerpoint/2010/main" val="3862900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33E70-FCC0-A8CB-123A-88C145821196}"/>
              </a:ext>
            </a:extLst>
          </p:cNvPr>
          <p:cNvSpPr>
            <a:spLocks noGrp="1"/>
          </p:cNvSpPr>
          <p:nvPr>
            <p:ph type="title"/>
          </p:nvPr>
        </p:nvSpPr>
        <p:spPr/>
        <p:txBody>
          <a:bodyPr>
            <a:normAutofit fontScale="90000"/>
          </a:bodyPr>
          <a:lstStyle/>
          <a:p>
            <a:r>
              <a:rPr lang="en-US" err="1">
                <a:cs typeface="Aharoni"/>
              </a:rPr>
              <a:t>SysML</a:t>
            </a:r>
            <a:r>
              <a:rPr lang="en-US">
                <a:cs typeface="Aharoni"/>
              </a:rPr>
              <a:t> sequence diagram (Continue)</a:t>
            </a:r>
            <a:endParaRPr lang="en-US"/>
          </a:p>
        </p:txBody>
      </p:sp>
      <p:pic>
        <p:nvPicPr>
          <p:cNvPr id="5" name="Content Placeholder 4" descr="A screenshot of a computer&#10;&#10;AI-generated content may be incorrect.">
            <a:extLst>
              <a:ext uri="{FF2B5EF4-FFF2-40B4-BE49-F238E27FC236}">
                <a16:creationId xmlns:a16="http://schemas.microsoft.com/office/drawing/2014/main" id="{D20E140B-8409-E4D4-8B97-F76EE4431C12}"/>
              </a:ext>
            </a:extLst>
          </p:cNvPr>
          <p:cNvPicPr>
            <a:picLocks noGrp="1" noChangeAspect="1"/>
          </p:cNvPicPr>
          <p:nvPr>
            <p:ph idx="1"/>
          </p:nvPr>
        </p:nvPicPr>
        <p:blipFill>
          <a:blip r:embed="rId2"/>
          <a:stretch>
            <a:fillRect/>
          </a:stretch>
        </p:blipFill>
        <p:spPr>
          <a:xfrm>
            <a:off x="3058201" y="947262"/>
            <a:ext cx="6081694" cy="5407152"/>
          </a:xfrm>
          <a:prstGeom prst="rect">
            <a:avLst/>
          </a:prstGeom>
        </p:spPr>
      </p:pic>
      <p:sp>
        <p:nvSpPr>
          <p:cNvPr id="4" name="Slide Number Placeholder 3">
            <a:extLst>
              <a:ext uri="{FF2B5EF4-FFF2-40B4-BE49-F238E27FC236}">
                <a16:creationId xmlns:a16="http://schemas.microsoft.com/office/drawing/2014/main" id="{0821620F-80B6-A3A4-93EA-89205EEF611A}"/>
              </a:ext>
            </a:extLst>
          </p:cNvPr>
          <p:cNvSpPr>
            <a:spLocks noGrp="1"/>
          </p:cNvSpPr>
          <p:nvPr>
            <p:ph type="sldNum" sz="quarter" idx="12"/>
          </p:nvPr>
        </p:nvSpPr>
        <p:spPr/>
        <p:txBody>
          <a:bodyPr/>
          <a:lstStyle/>
          <a:p>
            <a:fld id="{B6E51535-B494-4AB4-A54F-324301EC28A2}" type="slidenum">
              <a:rPr lang="en-US" smtClean="0"/>
              <a:t>27</a:t>
            </a:fld>
            <a:endParaRPr lang="en-US"/>
          </a:p>
        </p:txBody>
      </p:sp>
    </p:spTree>
    <p:extLst>
      <p:ext uri="{BB962C8B-B14F-4D97-AF65-F5344CB8AC3E}">
        <p14:creationId xmlns:p14="http://schemas.microsoft.com/office/powerpoint/2010/main" val="172000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17349-1196-15C3-EE49-E68C4A6D30C4}"/>
              </a:ext>
            </a:extLst>
          </p:cNvPr>
          <p:cNvSpPr>
            <a:spLocks noGrp="1"/>
          </p:cNvSpPr>
          <p:nvPr>
            <p:ph type="title"/>
          </p:nvPr>
        </p:nvSpPr>
        <p:spPr/>
        <p:txBody>
          <a:bodyPr>
            <a:normAutofit fontScale="90000"/>
          </a:bodyPr>
          <a:lstStyle/>
          <a:p>
            <a:r>
              <a:rPr lang="en-US" err="1">
                <a:cs typeface="Aharoni"/>
              </a:rPr>
              <a:t>SysML</a:t>
            </a:r>
            <a:r>
              <a:rPr lang="en-US">
                <a:cs typeface="Aharoni"/>
              </a:rPr>
              <a:t> sequence diagram (heartbeat)</a:t>
            </a:r>
            <a:endParaRPr lang="en-US"/>
          </a:p>
        </p:txBody>
      </p:sp>
      <p:pic>
        <p:nvPicPr>
          <p:cNvPr id="5" name="Content Placeholder 4" descr="A diagram of a leader&#10;&#10;AI-generated content may be incorrect.">
            <a:extLst>
              <a:ext uri="{FF2B5EF4-FFF2-40B4-BE49-F238E27FC236}">
                <a16:creationId xmlns:a16="http://schemas.microsoft.com/office/drawing/2014/main" id="{A7721DD2-E1D9-BFC1-6979-40E191F5BD2E}"/>
              </a:ext>
            </a:extLst>
          </p:cNvPr>
          <p:cNvPicPr>
            <a:picLocks noGrp="1" noChangeAspect="1"/>
          </p:cNvPicPr>
          <p:nvPr>
            <p:ph idx="1"/>
          </p:nvPr>
        </p:nvPicPr>
        <p:blipFill>
          <a:blip r:embed="rId2"/>
          <a:stretch>
            <a:fillRect/>
          </a:stretch>
        </p:blipFill>
        <p:spPr>
          <a:xfrm>
            <a:off x="3550662" y="989934"/>
            <a:ext cx="5084581" cy="5266944"/>
          </a:xfrm>
          <a:prstGeom prst="rect">
            <a:avLst/>
          </a:prstGeom>
        </p:spPr>
      </p:pic>
      <p:sp>
        <p:nvSpPr>
          <p:cNvPr id="4" name="Slide Number Placeholder 3">
            <a:extLst>
              <a:ext uri="{FF2B5EF4-FFF2-40B4-BE49-F238E27FC236}">
                <a16:creationId xmlns:a16="http://schemas.microsoft.com/office/drawing/2014/main" id="{5360AA45-A5D3-A470-3C03-4EC5377BB9FD}"/>
              </a:ext>
            </a:extLst>
          </p:cNvPr>
          <p:cNvSpPr>
            <a:spLocks noGrp="1"/>
          </p:cNvSpPr>
          <p:nvPr>
            <p:ph type="sldNum" sz="quarter" idx="12"/>
          </p:nvPr>
        </p:nvSpPr>
        <p:spPr/>
        <p:txBody>
          <a:bodyPr/>
          <a:lstStyle/>
          <a:p>
            <a:fld id="{B6E51535-B494-4AB4-A54F-324301EC28A2}" type="slidenum">
              <a:rPr lang="en-US" smtClean="0"/>
              <a:t>28</a:t>
            </a:fld>
            <a:endParaRPr lang="en-US"/>
          </a:p>
        </p:txBody>
      </p:sp>
    </p:spTree>
    <p:extLst>
      <p:ext uri="{BB962C8B-B14F-4D97-AF65-F5344CB8AC3E}">
        <p14:creationId xmlns:p14="http://schemas.microsoft.com/office/powerpoint/2010/main" val="1863531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EBF0E-4886-AABC-C7A0-0524D9EC8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9D7DF-3B77-357B-3AE5-8FCB740CBF37}"/>
              </a:ext>
            </a:extLst>
          </p:cNvPr>
          <p:cNvSpPr>
            <a:spLocks noGrp="1"/>
          </p:cNvSpPr>
          <p:nvPr>
            <p:ph type="title"/>
          </p:nvPr>
        </p:nvSpPr>
        <p:spPr>
          <a:xfrm>
            <a:off x="838200" y="301118"/>
            <a:ext cx="9537192" cy="510032"/>
          </a:xfrm>
        </p:spPr>
        <p:txBody>
          <a:bodyPr anchor="ctr">
            <a:normAutofit/>
          </a:bodyPr>
          <a:lstStyle/>
          <a:p>
            <a:r>
              <a:rPr lang="en-US" sz="2800"/>
              <a:t>State Machine Diagram</a:t>
            </a:r>
          </a:p>
        </p:txBody>
      </p:sp>
      <p:pic>
        <p:nvPicPr>
          <p:cNvPr id="6" name="Picture 5">
            <a:extLst>
              <a:ext uri="{FF2B5EF4-FFF2-40B4-BE49-F238E27FC236}">
                <a16:creationId xmlns:a16="http://schemas.microsoft.com/office/drawing/2014/main" id="{46A400F9-C4E6-F623-8733-AAC127628729}"/>
              </a:ext>
            </a:extLst>
          </p:cNvPr>
          <p:cNvPicPr>
            <a:picLocks noChangeAspect="1"/>
          </p:cNvPicPr>
          <p:nvPr/>
        </p:nvPicPr>
        <p:blipFill>
          <a:blip r:embed="rId2"/>
          <a:srcRect t="8206" r="6252" b="8242"/>
          <a:stretch>
            <a:fillRect/>
          </a:stretch>
        </p:blipFill>
        <p:spPr>
          <a:xfrm>
            <a:off x="838200" y="905256"/>
            <a:ext cx="10515600" cy="5271707"/>
          </a:xfrm>
          <a:prstGeom prst="rect">
            <a:avLst/>
          </a:prstGeom>
          <a:noFill/>
        </p:spPr>
      </p:pic>
      <p:sp>
        <p:nvSpPr>
          <p:cNvPr id="4" name="Slide Number Placeholder 3">
            <a:extLst>
              <a:ext uri="{FF2B5EF4-FFF2-40B4-BE49-F238E27FC236}">
                <a16:creationId xmlns:a16="http://schemas.microsoft.com/office/drawing/2014/main" id="{FA6940E6-EE48-9A1F-021D-27D01DBE433F}"/>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6E51535-B494-4AB4-A54F-324301EC28A2}" type="slidenum">
              <a:rPr lang="en-US" smtClean="0"/>
              <a:pPr>
                <a:spcAft>
                  <a:spcPts val="600"/>
                </a:spcAft>
              </a:pPr>
              <a:t>29</a:t>
            </a:fld>
            <a:endParaRPr lang="en-US"/>
          </a:p>
        </p:txBody>
      </p:sp>
    </p:spTree>
    <p:extLst>
      <p:ext uri="{BB962C8B-B14F-4D97-AF65-F5344CB8AC3E}">
        <p14:creationId xmlns:p14="http://schemas.microsoft.com/office/powerpoint/2010/main" val="1616769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0F5E8-D040-0047-7C62-9B23EE2E40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9F7B1-E930-7AEC-EDC4-014DA9ACD0DA}"/>
              </a:ext>
            </a:extLst>
          </p:cNvPr>
          <p:cNvSpPr>
            <a:spLocks noGrp="1"/>
          </p:cNvSpPr>
          <p:nvPr>
            <p:ph type="title"/>
          </p:nvPr>
        </p:nvSpPr>
        <p:spPr/>
        <p:txBody>
          <a:bodyPr>
            <a:normAutofit/>
          </a:bodyPr>
          <a:lstStyle/>
          <a:p>
            <a:r>
              <a:rPr lang="en-US" sz="2700">
                <a:ea typeface="+mj-lt"/>
                <a:cs typeface="+mj-lt"/>
              </a:rPr>
              <a:t>Programming Model </a:t>
            </a:r>
            <a:endParaRPr lang="en-US"/>
          </a:p>
        </p:txBody>
      </p:sp>
      <p:sp>
        <p:nvSpPr>
          <p:cNvPr id="3" name="Content Placeholder 2">
            <a:extLst>
              <a:ext uri="{FF2B5EF4-FFF2-40B4-BE49-F238E27FC236}">
                <a16:creationId xmlns:a16="http://schemas.microsoft.com/office/drawing/2014/main" id="{33FFD9C4-1A4E-1943-3165-A1DBD8117BCE}"/>
              </a:ext>
            </a:extLst>
          </p:cNvPr>
          <p:cNvSpPr>
            <a:spLocks noGrp="1"/>
          </p:cNvSpPr>
          <p:nvPr>
            <p:ph idx="1"/>
          </p:nvPr>
        </p:nvSpPr>
        <p:spPr/>
        <p:txBody>
          <a:bodyPr vert="horz" lIns="91440" tIns="45720" rIns="91440" bIns="45720" rtlCol="0" anchor="t">
            <a:normAutofit/>
          </a:bodyPr>
          <a:lstStyle/>
          <a:p>
            <a:r>
              <a:rPr lang="en-US">
                <a:ea typeface="+mn-lt"/>
                <a:cs typeface="+mn-lt"/>
              </a:rPr>
              <a:t>POSIX Threads (</a:t>
            </a:r>
            <a:r>
              <a:rPr lang="en-US" err="1">
                <a:ea typeface="+mn-lt"/>
                <a:cs typeface="+mn-lt"/>
              </a:rPr>
              <a:t>pthreads</a:t>
            </a:r>
            <a:r>
              <a:rPr lang="en-US">
                <a:ea typeface="+mn-lt"/>
                <a:cs typeface="+mn-lt"/>
              </a:rPr>
              <a:t>) for node-level parallelism</a:t>
            </a:r>
            <a:endParaRPr lang="en-US"/>
          </a:p>
          <a:p>
            <a:r>
              <a:rPr lang="en-US">
                <a:ea typeface="+mn-lt"/>
                <a:cs typeface="+mn-lt"/>
              </a:rPr>
              <a:t>Role-based task concurrency</a:t>
            </a:r>
            <a:endParaRPr lang="en-US"/>
          </a:p>
          <a:p>
            <a:pPr lvl="1">
              <a:lnSpc>
                <a:spcPct val="100000"/>
              </a:lnSpc>
              <a:spcBef>
                <a:spcPts val="0"/>
              </a:spcBef>
              <a:buFont typeface="Courier New" panose="020B0604020202020204" pitchFamily="34" charset="0"/>
              <a:buChar char="o"/>
            </a:pPr>
            <a:r>
              <a:rPr lang="en-US" sz="1800">
                <a:ea typeface="+mn-lt"/>
                <a:cs typeface="+mn-lt"/>
              </a:rPr>
              <a:t>Separated threads for communication, input, control</a:t>
            </a:r>
            <a:endParaRPr lang="en-US" sz="1800"/>
          </a:p>
          <a:p>
            <a:r>
              <a:rPr lang="en-US">
                <a:ea typeface="+mn-lt"/>
                <a:cs typeface="+mn-lt"/>
              </a:rPr>
              <a:t>Event-driven execution</a:t>
            </a:r>
            <a:endParaRPr lang="en-US"/>
          </a:p>
          <a:p>
            <a:pPr lvl="1">
              <a:lnSpc>
                <a:spcPct val="100000"/>
              </a:lnSpc>
              <a:spcBef>
                <a:spcPts val="0"/>
              </a:spcBef>
              <a:buFont typeface="Courier New" panose="020B0604020202020204" pitchFamily="34" charset="0"/>
              <a:buChar char="o"/>
            </a:pPr>
            <a:r>
              <a:rPr lang="en-US" sz="1800">
                <a:ea typeface="+mn-lt"/>
                <a:cs typeface="+mn-lt"/>
              </a:rPr>
              <a:t>Actions triggered by events</a:t>
            </a:r>
            <a:endParaRPr lang="en-US" sz="1800"/>
          </a:p>
          <a:p>
            <a:r>
              <a:rPr lang="en-US">
                <a:ea typeface="+mn-lt"/>
                <a:cs typeface="+mn-lt"/>
              </a:rPr>
              <a:t>Message-based interaction</a:t>
            </a:r>
          </a:p>
          <a:p>
            <a:pPr lvl="1">
              <a:lnSpc>
                <a:spcPct val="100000"/>
              </a:lnSpc>
              <a:spcBef>
                <a:spcPts val="0"/>
              </a:spcBef>
              <a:buFont typeface="Courier New" panose="020B0604020202020204" pitchFamily="34" charset="0"/>
              <a:buChar char="o"/>
            </a:pPr>
            <a:r>
              <a:rPr lang="en-US" sz="1800">
                <a:ea typeface="+mn-lt"/>
                <a:cs typeface="+mn-lt"/>
              </a:rPr>
              <a:t>Communication via messages</a:t>
            </a:r>
          </a:p>
        </p:txBody>
      </p:sp>
      <p:sp>
        <p:nvSpPr>
          <p:cNvPr id="4" name="Slide Number Placeholder 3">
            <a:extLst>
              <a:ext uri="{FF2B5EF4-FFF2-40B4-BE49-F238E27FC236}">
                <a16:creationId xmlns:a16="http://schemas.microsoft.com/office/drawing/2014/main" id="{E261405E-3D9C-97E8-6386-0128469C8FD9}"/>
              </a:ext>
            </a:extLst>
          </p:cNvPr>
          <p:cNvSpPr>
            <a:spLocks noGrp="1"/>
          </p:cNvSpPr>
          <p:nvPr>
            <p:ph type="sldNum" sz="quarter" idx="12"/>
          </p:nvPr>
        </p:nvSpPr>
        <p:spPr/>
        <p:txBody>
          <a:bodyPr/>
          <a:lstStyle/>
          <a:p>
            <a:fld id="{B6E51535-B494-4AB4-A54F-324301EC28A2}" type="slidenum">
              <a:rPr lang="en-US" smtClean="0"/>
              <a:t>30</a:t>
            </a:fld>
            <a:endParaRPr lang="en-US"/>
          </a:p>
        </p:txBody>
      </p:sp>
    </p:spTree>
    <p:extLst>
      <p:ext uri="{BB962C8B-B14F-4D97-AF65-F5344CB8AC3E}">
        <p14:creationId xmlns:p14="http://schemas.microsoft.com/office/powerpoint/2010/main" val="2827114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B2734-4CFB-0CA5-09B7-27D9743DF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D5A6B-7799-8B01-E6F9-F76BC484C340}"/>
              </a:ext>
            </a:extLst>
          </p:cNvPr>
          <p:cNvSpPr>
            <a:spLocks noGrp="1"/>
          </p:cNvSpPr>
          <p:nvPr>
            <p:ph type="title"/>
          </p:nvPr>
        </p:nvSpPr>
        <p:spPr/>
        <p:txBody>
          <a:bodyPr>
            <a:normAutofit/>
          </a:bodyPr>
          <a:lstStyle/>
          <a:p>
            <a:r>
              <a:rPr lang="en-US" sz="2700">
                <a:ea typeface="+mj-lt"/>
                <a:cs typeface="+mj-lt"/>
              </a:rPr>
              <a:t>Simulation</a:t>
            </a:r>
            <a:endParaRPr lang="en-US"/>
          </a:p>
        </p:txBody>
      </p:sp>
      <p:sp>
        <p:nvSpPr>
          <p:cNvPr id="3" name="Content Placeholder 2">
            <a:extLst>
              <a:ext uri="{FF2B5EF4-FFF2-40B4-BE49-F238E27FC236}">
                <a16:creationId xmlns:a16="http://schemas.microsoft.com/office/drawing/2014/main" id="{A6DC8FD2-0A41-984A-614B-3E85292AA916}"/>
              </a:ext>
            </a:extLst>
          </p:cNvPr>
          <p:cNvSpPr>
            <a:spLocks noGrp="1"/>
          </p:cNvSpPr>
          <p:nvPr>
            <p:ph idx="1"/>
          </p:nvPr>
        </p:nvSpPr>
        <p:spPr/>
        <p:txBody>
          <a:bodyPr vert="horz" lIns="91440" tIns="45720" rIns="91440" bIns="45720" rtlCol="0" anchor="t">
            <a:normAutofit/>
          </a:bodyPr>
          <a:lstStyle/>
          <a:p>
            <a:endParaRPr lang="en-US"/>
          </a:p>
        </p:txBody>
      </p:sp>
      <p:sp>
        <p:nvSpPr>
          <p:cNvPr id="4" name="Slide Number Placeholder 3">
            <a:extLst>
              <a:ext uri="{FF2B5EF4-FFF2-40B4-BE49-F238E27FC236}">
                <a16:creationId xmlns:a16="http://schemas.microsoft.com/office/drawing/2014/main" id="{E20B0311-B28F-F39C-FDF8-A7E8A0C82C21}"/>
              </a:ext>
            </a:extLst>
          </p:cNvPr>
          <p:cNvSpPr>
            <a:spLocks noGrp="1"/>
          </p:cNvSpPr>
          <p:nvPr>
            <p:ph type="sldNum" sz="quarter" idx="12"/>
          </p:nvPr>
        </p:nvSpPr>
        <p:spPr/>
        <p:txBody>
          <a:bodyPr/>
          <a:lstStyle/>
          <a:p>
            <a:fld id="{B6E51535-B494-4AB4-A54F-324301EC28A2}" type="slidenum">
              <a:rPr lang="en-US" smtClean="0"/>
              <a:t>31</a:t>
            </a:fld>
            <a:endParaRPr lang="en-US"/>
          </a:p>
        </p:txBody>
      </p:sp>
    </p:spTree>
    <p:extLst>
      <p:ext uri="{BB962C8B-B14F-4D97-AF65-F5344CB8AC3E}">
        <p14:creationId xmlns:p14="http://schemas.microsoft.com/office/powerpoint/2010/main" val="15203251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E000F-50F3-ABAF-4DC1-7518D4BCAD2A}"/>
              </a:ext>
            </a:extLst>
          </p:cNvPr>
          <p:cNvSpPr>
            <a:spLocks noGrp="1"/>
          </p:cNvSpPr>
          <p:nvPr>
            <p:ph type="title"/>
          </p:nvPr>
        </p:nvSpPr>
        <p:spPr/>
        <p:txBody>
          <a:bodyPr>
            <a:normAutofit fontScale="90000"/>
          </a:bodyPr>
          <a:lstStyle/>
          <a:p>
            <a:r>
              <a:rPr lang="en-US"/>
              <a:t>GPU</a:t>
            </a:r>
          </a:p>
        </p:txBody>
      </p:sp>
      <p:sp>
        <p:nvSpPr>
          <p:cNvPr id="3" name="Content Placeholder 2">
            <a:extLst>
              <a:ext uri="{FF2B5EF4-FFF2-40B4-BE49-F238E27FC236}">
                <a16:creationId xmlns:a16="http://schemas.microsoft.com/office/drawing/2014/main" id="{2F749D7E-5A5A-CDE1-71BA-AC5E18F62877}"/>
              </a:ext>
            </a:extLst>
          </p:cNvPr>
          <p:cNvSpPr>
            <a:spLocks noGrp="1"/>
          </p:cNvSpPr>
          <p:nvPr>
            <p:ph idx="1"/>
          </p:nvPr>
        </p:nvSpPr>
        <p:spPr/>
        <p:txBody>
          <a:bodyPr vert="horz" lIns="91440" tIns="45720" rIns="91440" bIns="45720" rtlCol="0" anchor="t">
            <a:normAutofit/>
          </a:bodyPr>
          <a:lstStyle/>
          <a:p>
            <a:r>
              <a:rPr lang="en-US"/>
              <a:t>Goal is to demonstrate parallel programming</a:t>
            </a:r>
          </a:p>
          <a:p>
            <a:r>
              <a:rPr lang="en-US"/>
              <a:t>Re-runs Cruise control math (gap and new speed), and make 1000x 1000 Intruder grid.</a:t>
            </a:r>
          </a:p>
          <a:p>
            <a:r>
              <a:rPr lang="en-US"/>
              <a:t>Logs are getting parsed in Json file</a:t>
            </a:r>
          </a:p>
          <a:p>
            <a:r>
              <a:rPr lang="en-US"/>
              <a:t>Randomly spawns intruders near followers and check response.</a:t>
            </a:r>
          </a:p>
          <a:p>
            <a:r>
              <a:rPr lang="en-US"/>
              <a:t>GPU implemented in Google </a:t>
            </a:r>
            <a:r>
              <a:rPr lang="en-US" err="1"/>
              <a:t>Colab</a:t>
            </a:r>
            <a:r>
              <a:rPr lang="en-US"/>
              <a:t> repeatedly downloads the </a:t>
            </a:r>
            <a:r>
              <a:rPr lang="en-US" err="1"/>
              <a:t>json</a:t>
            </a:r>
            <a:r>
              <a:rPr lang="en-US"/>
              <a:t> data and runs computations. It sends data back via HTTPS post request.</a:t>
            </a:r>
          </a:p>
        </p:txBody>
      </p:sp>
      <p:sp>
        <p:nvSpPr>
          <p:cNvPr id="4" name="Slide Number Placeholder 3">
            <a:extLst>
              <a:ext uri="{FF2B5EF4-FFF2-40B4-BE49-F238E27FC236}">
                <a16:creationId xmlns:a16="http://schemas.microsoft.com/office/drawing/2014/main" id="{D9264731-8A7B-813C-8C0E-D8C1A9474194}"/>
              </a:ext>
            </a:extLst>
          </p:cNvPr>
          <p:cNvSpPr>
            <a:spLocks noGrp="1"/>
          </p:cNvSpPr>
          <p:nvPr>
            <p:ph type="sldNum" sz="quarter" idx="12"/>
          </p:nvPr>
        </p:nvSpPr>
        <p:spPr/>
        <p:txBody>
          <a:bodyPr/>
          <a:lstStyle/>
          <a:p>
            <a:fld id="{B6E51535-B494-4AB4-A54F-324301EC28A2}" type="slidenum">
              <a:rPr lang="en-US" smtClean="0"/>
              <a:t>32</a:t>
            </a:fld>
            <a:endParaRPr lang="en-US"/>
          </a:p>
        </p:txBody>
      </p:sp>
      <p:pic>
        <p:nvPicPr>
          <p:cNvPr id="6" name="Content Placeholder 4" descr="A screen shot of a computer&#10;&#10;AI-generated content may be incorrect.">
            <a:extLst>
              <a:ext uri="{FF2B5EF4-FFF2-40B4-BE49-F238E27FC236}">
                <a16:creationId xmlns:a16="http://schemas.microsoft.com/office/drawing/2014/main" id="{A543FDCB-5780-4A42-86A0-7F14EAD82B06}"/>
              </a:ext>
            </a:extLst>
          </p:cNvPr>
          <p:cNvPicPr>
            <a:picLocks noChangeAspect="1"/>
          </p:cNvPicPr>
          <p:nvPr/>
        </p:nvPicPr>
        <p:blipFill>
          <a:blip r:embed="rId2"/>
          <a:stretch>
            <a:fillRect/>
          </a:stretch>
        </p:blipFill>
        <p:spPr>
          <a:xfrm>
            <a:off x="3815676" y="4313511"/>
            <a:ext cx="4557391" cy="2045111"/>
          </a:xfrm>
          <a:prstGeom prst="rect">
            <a:avLst/>
          </a:prstGeom>
        </p:spPr>
      </p:pic>
    </p:spTree>
    <p:extLst>
      <p:ext uri="{BB962C8B-B14F-4D97-AF65-F5344CB8AC3E}">
        <p14:creationId xmlns:p14="http://schemas.microsoft.com/office/powerpoint/2010/main" val="1187410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6C5CA-2D4F-CC04-C483-C66A2D4526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E2E6B-2D11-37E5-C470-7D673E5BFFB4}"/>
              </a:ext>
            </a:extLst>
          </p:cNvPr>
          <p:cNvSpPr>
            <a:spLocks noGrp="1"/>
          </p:cNvSpPr>
          <p:nvPr>
            <p:ph type="title"/>
          </p:nvPr>
        </p:nvSpPr>
        <p:spPr/>
        <p:txBody>
          <a:bodyPr>
            <a:normAutofit/>
          </a:bodyPr>
          <a:lstStyle/>
          <a:p>
            <a:r>
              <a:rPr lang="en-US" sz="2700">
                <a:ea typeface="+mj-lt"/>
                <a:cs typeface="+mj-lt"/>
              </a:rPr>
              <a:t>GPU </a:t>
            </a:r>
            <a:endParaRPr lang="en-US"/>
          </a:p>
        </p:txBody>
      </p:sp>
      <p:sp>
        <p:nvSpPr>
          <p:cNvPr id="4" name="Slide Number Placeholder 3">
            <a:extLst>
              <a:ext uri="{FF2B5EF4-FFF2-40B4-BE49-F238E27FC236}">
                <a16:creationId xmlns:a16="http://schemas.microsoft.com/office/drawing/2014/main" id="{8F444259-A1E1-1CDF-3288-191347B09656}"/>
              </a:ext>
            </a:extLst>
          </p:cNvPr>
          <p:cNvSpPr>
            <a:spLocks noGrp="1"/>
          </p:cNvSpPr>
          <p:nvPr>
            <p:ph type="sldNum" sz="quarter" idx="12"/>
          </p:nvPr>
        </p:nvSpPr>
        <p:spPr/>
        <p:txBody>
          <a:bodyPr/>
          <a:lstStyle/>
          <a:p>
            <a:fld id="{B6E51535-B494-4AB4-A54F-324301EC28A2}" type="slidenum">
              <a:rPr lang="en-US" smtClean="0"/>
              <a:t>33</a:t>
            </a:fld>
            <a:endParaRPr lang="en-US"/>
          </a:p>
        </p:txBody>
      </p:sp>
      <p:pic>
        <p:nvPicPr>
          <p:cNvPr id="8" name="Content Placeholder 7" descr="A screen shot of a computer code&#10;&#10;AI-generated content may be incorrect.">
            <a:extLst>
              <a:ext uri="{FF2B5EF4-FFF2-40B4-BE49-F238E27FC236}">
                <a16:creationId xmlns:a16="http://schemas.microsoft.com/office/drawing/2014/main" id="{B6E6256C-6640-733B-66AE-426E934088E7}"/>
              </a:ext>
            </a:extLst>
          </p:cNvPr>
          <p:cNvPicPr>
            <a:picLocks noGrp="1" noChangeAspect="1"/>
          </p:cNvPicPr>
          <p:nvPr>
            <p:ph idx="1"/>
          </p:nvPr>
        </p:nvPicPr>
        <p:blipFill>
          <a:blip r:embed="rId2"/>
          <a:stretch>
            <a:fillRect/>
          </a:stretch>
        </p:blipFill>
        <p:spPr>
          <a:xfrm>
            <a:off x="844296" y="1563323"/>
            <a:ext cx="10515600" cy="1651285"/>
          </a:xfrm>
          <a:prstGeom prst="rect">
            <a:avLst/>
          </a:prstGeom>
        </p:spPr>
      </p:pic>
      <p:sp>
        <p:nvSpPr>
          <p:cNvPr id="10" name="TextBox 9">
            <a:extLst>
              <a:ext uri="{FF2B5EF4-FFF2-40B4-BE49-F238E27FC236}">
                <a16:creationId xmlns:a16="http://schemas.microsoft.com/office/drawing/2014/main" id="{048D136D-B84F-8E3C-F48A-238A877E1016}"/>
              </a:ext>
            </a:extLst>
          </p:cNvPr>
          <p:cNvSpPr txBox="1"/>
          <p:nvPr/>
        </p:nvSpPr>
        <p:spPr>
          <a:xfrm>
            <a:off x="1567855" y="1096403"/>
            <a:ext cx="27738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Intruder allocation</a:t>
            </a:r>
          </a:p>
        </p:txBody>
      </p:sp>
      <p:sp>
        <p:nvSpPr>
          <p:cNvPr id="11" name="TextBox 10">
            <a:extLst>
              <a:ext uri="{FF2B5EF4-FFF2-40B4-BE49-F238E27FC236}">
                <a16:creationId xmlns:a16="http://schemas.microsoft.com/office/drawing/2014/main" id="{1FFC4E62-7797-D198-43EB-17770B791C17}"/>
              </a:ext>
            </a:extLst>
          </p:cNvPr>
          <p:cNvSpPr txBox="1"/>
          <p:nvPr/>
        </p:nvSpPr>
        <p:spPr>
          <a:xfrm>
            <a:off x="1565575" y="3568177"/>
            <a:ext cx="604074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Mirror visualization of cruise functioning with timestamps</a:t>
            </a:r>
          </a:p>
        </p:txBody>
      </p:sp>
      <p:pic>
        <p:nvPicPr>
          <p:cNvPr id="12" name="Picture 11" descr="A black screen with white text&#10;&#10;AI-generated content may be incorrect.">
            <a:extLst>
              <a:ext uri="{FF2B5EF4-FFF2-40B4-BE49-F238E27FC236}">
                <a16:creationId xmlns:a16="http://schemas.microsoft.com/office/drawing/2014/main" id="{A4D9B168-DB64-E191-A021-EC8BD7763C61}"/>
              </a:ext>
            </a:extLst>
          </p:cNvPr>
          <p:cNvPicPr>
            <a:picLocks noChangeAspect="1"/>
          </p:cNvPicPr>
          <p:nvPr/>
        </p:nvPicPr>
        <p:blipFill>
          <a:blip r:embed="rId3"/>
          <a:stretch>
            <a:fillRect/>
          </a:stretch>
        </p:blipFill>
        <p:spPr>
          <a:xfrm>
            <a:off x="1847088" y="4082787"/>
            <a:ext cx="7510272" cy="1661177"/>
          </a:xfrm>
          <a:prstGeom prst="rect">
            <a:avLst/>
          </a:prstGeom>
        </p:spPr>
      </p:pic>
    </p:spTree>
    <p:extLst>
      <p:ext uri="{BB962C8B-B14F-4D97-AF65-F5344CB8AC3E}">
        <p14:creationId xmlns:p14="http://schemas.microsoft.com/office/powerpoint/2010/main" val="153927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4F776-4F3D-04D7-97EE-F45A68DD6CFC}"/>
              </a:ext>
            </a:extLst>
          </p:cNvPr>
          <p:cNvSpPr>
            <a:spLocks noGrp="1"/>
          </p:cNvSpPr>
          <p:nvPr>
            <p:ph type="ctrTitle"/>
          </p:nvPr>
        </p:nvSpPr>
        <p:spPr>
          <a:xfrm>
            <a:off x="1524000" y="1971449"/>
            <a:ext cx="9144000" cy="2387600"/>
          </a:xfrm>
        </p:spPr>
        <p:txBody>
          <a:bodyPr anchor="ctr"/>
          <a:lstStyle/>
          <a:p>
            <a:pPr algn="ctr"/>
            <a:r>
              <a:rPr lang="en-GB"/>
              <a:t>Questions ? </a:t>
            </a:r>
            <a:endParaRPr lang="en-US"/>
          </a:p>
        </p:txBody>
      </p:sp>
      <p:sp>
        <p:nvSpPr>
          <p:cNvPr id="3" name="Slide Number Placeholder 2">
            <a:extLst>
              <a:ext uri="{FF2B5EF4-FFF2-40B4-BE49-F238E27FC236}">
                <a16:creationId xmlns:a16="http://schemas.microsoft.com/office/drawing/2014/main" id="{A8FD1E98-86C3-A692-90B8-9CC7870453AE}"/>
              </a:ext>
            </a:extLst>
          </p:cNvPr>
          <p:cNvSpPr>
            <a:spLocks noGrp="1"/>
          </p:cNvSpPr>
          <p:nvPr>
            <p:ph type="sldNum" sz="quarter" idx="12"/>
          </p:nvPr>
        </p:nvSpPr>
        <p:spPr/>
        <p:txBody>
          <a:bodyPr/>
          <a:lstStyle/>
          <a:p>
            <a:fld id="{B6E51535-B494-4AB4-A54F-324301EC28A2}" type="slidenum">
              <a:rPr lang="en-US" smtClean="0"/>
              <a:t>34</a:t>
            </a:fld>
            <a:endParaRPr lang="en-US"/>
          </a:p>
        </p:txBody>
      </p:sp>
    </p:spTree>
    <p:extLst>
      <p:ext uri="{BB962C8B-B14F-4D97-AF65-F5344CB8AC3E}">
        <p14:creationId xmlns:p14="http://schemas.microsoft.com/office/powerpoint/2010/main" val="823144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FE401EC65CA745887066DCC73FEBF0" ma:contentTypeVersion="3" ma:contentTypeDescription="Create a new document." ma:contentTypeScope="" ma:versionID="109bd7428bef6c7c9ed7842203fc9601">
  <xsd:schema xmlns:xsd="http://www.w3.org/2001/XMLSchema" xmlns:xs="http://www.w3.org/2001/XMLSchema" xmlns:p="http://schemas.microsoft.com/office/2006/metadata/properties" xmlns:ns2="352678f4-607e-43d5-aec4-48314922ead7" targetNamespace="http://schemas.microsoft.com/office/2006/metadata/properties" ma:root="true" ma:fieldsID="20aae28d3b0279b9becf4eee1f0128f7" ns2:_="">
    <xsd:import namespace="352678f4-607e-43d5-aec4-48314922ead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2678f4-607e-43d5-aec4-48314922ea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CC6515A-EDA2-4C85-A428-F020E976AA0F}">
  <ds:schemaRefs>
    <ds:schemaRef ds:uri="http://schemas.microsoft.com/sharepoint/v3/contenttype/forms"/>
  </ds:schemaRefs>
</ds:datastoreItem>
</file>

<file path=customXml/itemProps2.xml><?xml version="1.0" encoding="utf-8"?>
<ds:datastoreItem xmlns:ds="http://schemas.openxmlformats.org/officeDocument/2006/customXml" ds:itemID="{DABC8617-D560-44A5-8C56-86CAB0A25312}">
  <ds:schemaRefs>
    <ds:schemaRef ds:uri="352678f4-607e-43d5-aec4-48314922ea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7021A9E-F603-4CB2-A515-B022833AA7BC}">
  <ds:schemaRefs>
    <ds:schemaRef ds:uri="352678f4-607e-43d5-aec4-48314922ead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34</Slides>
  <Notes>3</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Autonomous Truck Platooning</vt:lpstr>
      <vt:lpstr>Use Case</vt:lpstr>
      <vt:lpstr>Requirement Diagram</vt:lpstr>
      <vt:lpstr>Requirement Diagram</vt:lpstr>
      <vt:lpstr>Activity – System</vt:lpstr>
      <vt:lpstr>Block Definition Diagram</vt:lpstr>
      <vt:lpstr>IBD – Follower</vt:lpstr>
      <vt:lpstr>Allocation Diagram</vt:lpstr>
      <vt:lpstr>Allocation Diagram (Continue)</vt:lpstr>
      <vt:lpstr>Context Diagram</vt:lpstr>
      <vt:lpstr>Interaction Diagram</vt:lpstr>
      <vt:lpstr>Parametric Diagram</vt:lpstr>
      <vt:lpstr>TinkerCad Simulation </vt:lpstr>
      <vt:lpstr>TinkerCad Simulation </vt:lpstr>
      <vt:lpstr>Scheduling</vt:lpstr>
      <vt:lpstr>Scheduling</vt:lpstr>
      <vt:lpstr>CUnit Test Results </vt:lpstr>
      <vt:lpstr>Fault Tree Analysis</vt:lpstr>
      <vt:lpstr>Fault Tree Analysis</vt:lpstr>
      <vt:lpstr>State Machine -Leader</vt:lpstr>
      <vt:lpstr>State Machine - Follower</vt:lpstr>
      <vt:lpstr>Events and Signals</vt:lpstr>
      <vt:lpstr>Activity Diagram</vt:lpstr>
      <vt:lpstr>Activity Diagram</vt:lpstr>
      <vt:lpstr>Sequence Diagram</vt:lpstr>
      <vt:lpstr>SysML Sequence Diagram</vt:lpstr>
      <vt:lpstr>SysML sequence diagram (Continue)</vt:lpstr>
      <vt:lpstr>SysML sequence diagram (heartbeat)</vt:lpstr>
      <vt:lpstr>State Machine Diagram</vt:lpstr>
      <vt:lpstr>Programming Model </vt:lpstr>
      <vt:lpstr>Simulation</vt:lpstr>
      <vt:lpstr>GPU</vt:lpstr>
      <vt:lpstr>GPU </vt:lpstr>
      <vt:lpstr>Questions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Saidur Rahman</dc:creator>
  <cp:revision>1</cp:revision>
  <dcterms:created xsi:type="dcterms:W3CDTF">2025-12-31T20:38:12Z</dcterms:created>
  <dcterms:modified xsi:type="dcterms:W3CDTF">2026-02-03T08:40:53Z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0x01010032FE401EC65CA745887066DCC73FEBF0</vt:lpwstr>
  </property>
</Properties>
</file>